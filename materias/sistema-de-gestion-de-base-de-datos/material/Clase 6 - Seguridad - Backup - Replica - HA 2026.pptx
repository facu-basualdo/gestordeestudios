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1" r:id="rId14"/>
    <p:sldId id="282" r:id="rId15"/>
    <p:sldId id="268" r:id="rId16"/>
    <p:sldId id="269" r:id="rId17"/>
    <p:sldId id="283" r:id="rId18"/>
    <p:sldId id="270" r:id="rId19"/>
    <p:sldId id="271" r:id="rId20"/>
    <p:sldId id="272" r:id="rId21"/>
    <p:sldId id="273" r:id="rId22"/>
    <p:sldId id="274" r:id="rId23"/>
    <p:sldId id="275" r:id="rId24"/>
    <p:sldId id="284" r:id="rId25"/>
    <p:sldId id="285" r:id="rId26"/>
    <p:sldId id="276" r:id="rId27"/>
    <p:sldId id="277" r:id="rId28"/>
    <p:sldId id="278" r:id="rId29"/>
    <p:sldId id="279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5DAFD9-8D91-4438-8EA5-15C6D0C97E0C}" v="8" dt="2026-09-22T21:04:37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764" autoAdjust="0"/>
  </p:normalViewPr>
  <p:slideViewPr>
    <p:cSldViewPr snapToGrid="0" snapToObjects="1">
      <p:cViewPr varScale="1">
        <p:scale>
          <a:sx n="53" d="100"/>
          <a:sy n="53" d="100"/>
        </p:scale>
        <p:origin x="1084" y="52"/>
      </p:cViewPr>
      <p:guideLst/>
    </p:cSldViewPr>
  </p:slideViewPr>
  <p:notesTextViewPr>
    <p:cViewPr>
      <p:scale>
        <a:sx n="1" d="1"/>
        <a:sy n="1" d="1"/>
      </p:scale>
      <p:origin x="0" y="-6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s Pablo FANTIN" userId="764826b2-ac4e-4fd7-bda5-68d0e7ba4060" providerId="ADAL" clId="{73AAAFD7-0215-4DE0-BA36-94A41517680F}"/>
    <pc:docChg chg="undo custSel modSld">
      <pc:chgData name="Andrés Pablo FANTIN" userId="764826b2-ac4e-4fd7-bda5-68d0e7ba4060" providerId="ADAL" clId="{73AAAFD7-0215-4DE0-BA36-94A41517680F}" dt="2026-09-08T14:31:16.050" v="212" actId="14734"/>
      <pc:docMkLst>
        <pc:docMk/>
      </pc:docMkLst>
      <pc:sldChg chg="modSp mod">
        <pc:chgData name="Andrés Pablo FANTIN" userId="764826b2-ac4e-4fd7-bda5-68d0e7ba4060" providerId="ADAL" clId="{73AAAFD7-0215-4DE0-BA36-94A41517680F}" dt="2026-09-08T14:14:44.841" v="93" actId="27636"/>
        <pc:sldMkLst>
          <pc:docMk/>
          <pc:sldMk cId="0" sldId="256"/>
        </pc:sldMkLst>
        <pc:spChg chg="mod">
          <ac:chgData name="Andrés Pablo FANTIN" userId="764826b2-ac4e-4fd7-bda5-68d0e7ba4060" providerId="ADAL" clId="{73AAAFD7-0215-4DE0-BA36-94A41517680F}" dt="2026-09-08T14:14:44.841" v="93" actId="2763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38" v="91" actId="2763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39" v="92" actId="27636"/>
          <ac:spMkLst>
            <pc:docMk/>
            <pc:sldMk cId="0" sldId="256"/>
            <ac:spMk id="22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4:14:44.846" v="95" actId="27636"/>
        <pc:sldMkLst>
          <pc:docMk/>
          <pc:sldMk cId="0" sldId="257"/>
        </pc:sldMkLst>
        <pc:spChg chg="mod">
          <ac:chgData name="Andrés Pablo FANTIN" userId="764826b2-ac4e-4fd7-bda5-68d0e7ba4060" providerId="ADAL" clId="{73AAAFD7-0215-4DE0-BA36-94A41517680F}" dt="2026-09-08T14:14:44.846" v="94" actId="27636"/>
          <ac:spMkLst>
            <pc:docMk/>
            <pc:sldMk cId="0" sldId="257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46" v="95" actId="27636"/>
          <ac:spMkLst>
            <pc:docMk/>
            <pc:sldMk cId="0" sldId="257"/>
            <ac:spMk id="24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4:14:44.846" v="99" actId="27636"/>
        <pc:sldMkLst>
          <pc:docMk/>
          <pc:sldMk cId="0" sldId="258"/>
        </pc:sldMkLst>
        <pc:spChg chg="mod">
          <ac:chgData name="Andrés Pablo FANTIN" userId="764826b2-ac4e-4fd7-bda5-68d0e7ba4060" providerId="ADAL" clId="{73AAAFD7-0215-4DE0-BA36-94A41517680F}" dt="2026-09-08T14:14:44.846" v="97" actId="276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46" v="99" actId="276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46" v="96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46" v="98" actId="27636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4:14:44.862" v="102" actId="27636"/>
        <pc:sldMkLst>
          <pc:docMk/>
          <pc:sldMk cId="0" sldId="260"/>
        </pc:sldMkLst>
        <pc:spChg chg="mod">
          <ac:chgData name="Andrés Pablo FANTIN" userId="764826b2-ac4e-4fd7-bda5-68d0e7ba4060" providerId="ADAL" clId="{73AAAFD7-0215-4DE0-BA36-94A41517680F}" dt="2026-09-08T14:14:44.846" v="101" actId="276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62" v="102" actId="2763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46" v="100" actId="27636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4:14:44.866" v="103" actId="27636"/>
        <pc:sldMkLst>
          <pc:docMk/>
          <pc:sldMk cId="0" sldId="261"/>
        </pc:sldMkLst>
        <pc:spChg chg="mod">
          <ac:chgData name="Andrés Pablo FANTIN" userId="764826b2-ac4e-4fd7-bda5-68d0e7ba4060" providerId="ADAL" clId="{73AAAFD7-0215-4DE0-BA36-94A41517680F}" dt="2026-09-08T14:12:45.191" v="14" actId="2057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3:28.470" v="56" actId="2057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66" v="103" actId="27636"/>
          <ac:spMkLst>
            <pc:docMk/>
            <pc:sldMk cId="0" sldId="261"/>
            <ac:spMk id="25" creationId="{00000000-0000-0000-0000-000000000000}"/>
          </ac:spMkLst>
        </pc:spChg>
      </pc:sldChg>
      <pc:sldChg chg="addSp delSp modSp mod">
        <pc:chgData name="Andrés Pablo FANTIN" userId="764826b2-ac4e-4fd7-bda5-68d0e7ba4060" providerId="ADAL" clId="{73AAAFD7-0215-4DE0-BA36-94A41517680F}" dt="2026-09-08T14:22:59.185" v="165" actId="14100"/>
        <pc:sldMkLst>
          <pc:docMk/>
          <pc:sldMk cId="0" sldId="262"/>
        </pc:sldMkLst>
        <pc:graphicFrameChg chg="add mod modGraphic">
          <ac:chgData name="Andrés Pablo FANTIN" userId="764826b2-ac4e-4fd7-bda5-68d0e7ba4060" providerId="ADAL" clId="{73AAAFD7-0215-4DE0-BA36-94A41517680F}" dt="2026-09-08T14:22:59.185" v="165" actId="14100"/>
          <ac:graphicFrameMkLst>
            <pc:docMk/>
            <pc:sldMk cId="0" sldId="262"/>
            <ac:graphicFrameMk id="10" creationId="{1155DF9D-F6BB-0DD7-3F75-6EA46533E7FA}"/>
          </ac:graphicFrameMkLst>
        </pc:graphicFrameChg>
      </pc:sldChg>
      <pc:sldChg chg="modSp mod">
        <pc:chgData name="Andrés Pablo FANTIN" userId="764826b2-ac4e-4fd7-bda5-68d0e7ba4060" providerId="ADAL" clId="{73AAAFD7-0215-4DE0-BA36-94A41517680F}" dt="2026-09-08T14:17:44.576" v="152" actId="20577"/>
        <pc:sldMkLst>
          <pc:docMk/>
          <pc:sldMk cId="0" sldId="264"/>
        </pc:sldMkLst>
        <pc:spChg chg="mod">
          <ac:chgData name="Andrés Pablo FANTIN" userId="764826b2-ac4e-4fd7-bda5-68d0e7ba4060" providerId="ADAL" clId="{73AAAFD7-0215-4DE0-BA36-94A41517680F}" dt="2026-09-08T14:16:13.540" v="133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7:44.576" v="152" actId="20577"/>
          <ac:spMkLst>
            <pc:docMk/>
            <pc:sldMk cId="0" sldId="264"/>
            <ac:spMk id="10" creationId="{00000000-0000-0000-0000-000000000000}"/>
          </ac:spMkLst>
        </pc:spChg>
      </pc:sldChg>
      <pc:sldChg chg="addSp delSp modSp mod">
        <pc:chgData name="Andrés Pablo FANTIN" userId="764826b2-ac4e-4fd7-bda5-68d0e7ba4060" providerId="ADAL" clId="{73AAAFD7-0215-4DE0-BA36-94A41517680F}" dt="2026-09-08T14:23:45.307" v="172" actId="1076"/>
        <pc:sldMkLst>
          <pc:docMk/>
          <pc:sldMk cId="0" sldId="267"/>
        </pc:sldMkLst>
        <pc:graphicFrameChg chg="add mod modGraphic">
          <ac:chgData name="Andrés Pablo FANTIN" userId="764826b2-ac4e-4fd7-bda5-68d0e7ba4060" providerId="ADAL" clId="{73AAAFD7-0215-4DE0-BA36-94A41517680F}" dt="2026-09-08T14:23:45.307" v="172" actId="1076"/>
          <ac:graphicFrameMkLst>
            <pc:docMk/>
            <pc:sldMk cId="0" sldId="267"/>
            <ac:graphicFrameMk id="7" creationId="{0FDC2DCD-6932-0188-9683-6EE577B874CA}"/>
          </ac:graphicFrameMkLst>
        </pc:graphicFrameChg>
      </pc:sldChg>
      <pc:sldChg chg="modSp mod">
        <pc:chgData name="Andrés Pablo FANTIN" userId="764826b2-ac4e-4fd7-bda5-68d0e7ba4060" providerId="ADAL" clId="{73AAAFD7-0215-4DE0-BA36-94A41517680F}" dt="2026-09-08T14:14:44.814" v="85" actId="27636"/>
        <pc:sldMkLst>
          <pc:docMk/>
          <pc:sldMk cId="0" sldId="268"/>
        </pc:sldMkLst>
        <pc:spChg chg="mod">
          <ac:chgData name="Andrés Pablo FANTIN" userId="764826b2-ac4e-4fd7-bda5-68d0e7ba4060" providerId="ADAL" clId="{73AAAFD7-0215-4DE0-BA36-94A41517680F}" dt="2026-09-08T14:14:44.814" v="85" actId="2763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12" v="84" actId="2763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12" v="83" actId="27636"/>
          <ac:spMkLst>
            <pc:docMk/>
            <pc:sldMk cId="0" sldId="268"/>
            <ac:spMk id="32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4:14:44.816" v="86" actId="27636"/>
        <pc:sldMkLst>
          <pc:docMk/>
          <pc:sldMk cId="0" sldId="269"/>
        </pc:sldMkLst>
        <pc:spChg chg="mod">
          <ac:chgData name="Andrés Pablo FANTIN" userId="764826b2-ac4e-4fd7-bda5-68d0e7ba4060" providerId="ADAL" clId="{73AAAFD7-0215-4DE0-BA36-94A41517680F}" dt="2026-09-08T14:14:44.816" v="86" actId="27636"/>
          <ac:spMkLst>
            <pc:docMk/>
            <pc:sldMk cId="0" sldId="269"/>
            <ac:spMk id="32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4:14:44.821" v="87" actId="27636"/>
        <pc:sldMkLst>
          <pc:docMk/>
          <pc:sldMk cId="0" sldId="271"/>
        </pc:sldMkLst>
        <pc:spChg chg="mod">
          <ac:chgData name="Andrés Pablo FANTIN" userId="764826b2-ac4e-4fd7-bda5-68d0e7ba4060" providerId="ADAL" clId="{73AAAFD7-0215-4DE0-BA36-94A41517680F}" dt="2026-09-08T14:14:44.821" v="87" actId="27636"/>
          <ac:spMkLst>
            <pc:docMk/>
            <pc:sldMk cId="0" sldId="271"/>
            <ac:spMk id="29" creationId="{00000000-0000-0000-0000-000000000000}"/>
          </ac:spMkLst>
        </pc:spChg>
      </pc:sldChg>
      <pc:sldChg chg="addSp delSp modSp mod">
        <pc:chgData name="Andrés Pablo FANTIN" userId="764826b2-ac4e-4fd7-bda5-68d0e7ba4060" providerId="ADAL" clId="{73AAAFD7-0215-4DE0-BA36-94A41517680F}" dt="2026-09-08T14:24:45.958" v="178" actId="14100"/>
        <pc:sldMkLst>
          <pc:docMk/>
          <pc:sldMk cId="0" sldId="272"/>
        </pc:sldMkLst>
        <pc:graphicFrameChg chg="add mod modGraphic">
          <ac:chgData name="Andrés Pablo FANTIN" userId="764826b2-ac4e-4fd7-bda5-68d0e7ba4060" providerId="ADAL" clId="{73AAAFD7-0215-4DE0-BA36-94A41517680F}" dt="2026-09-08T14:24:45.958" v="178" actId="14100"/>
          <ac:graphicFrameMkLst>
            <pc:docMk/>
            <pc:sldMk cId="0" sldId="272"/>
            <ac:graphicFrameMk id="7" creationId="{3D74F5A0-31BB-8FAF-3ED8-B32452933BC4}"/>
          </ac:graphicFrameMkLst>
        </pc:graphicFrameChg>
      </pc:sldChg>
      <pc:sldChg chg="modSp mod">
        <pc:chgData name="Andrés Pablo FANTIN" userId="764826b2-ac4e-4fd7-bda5-68d0e7ba4060" providerId="ADAL" clId="{73AAAFD7-0215-4DE0-BA36-94A41517680F}" dt="2026-09-08T14:14:44.821" v="88" actId="27636"/>
        <pc:sldMkLst>
          <pc:docMk/>
          <pc:sldMk cId="0" sldId="273"/>
        </pc:sldMkLst>
        <pc:spChg chg="mod">
          <ac:chgData name="Andrés Pablo FANTIN" userId="764826b2-ac4e-4fd7-bda5-68d0e7ba4060" providerId="ADAL" clId="{73AAAFD7-0215-4DE0-BA36-94A41517680F}" dt="2026-09-08T14:14:44.821" v="88" actId="27636"/>
          <ac:spMkLst>
            <pc:docMk/>
            <pc:sldMk cId="0" sldId="273"/>
            <ac:spMk id="22" creationId="{00000000-0000-0000-0000-000000000000}"/>
          </ac:spMkLst>
        </pc:spChg>
      </pc:sldChg>
      <pc:sldChg chg="modSp mod">
        <pc:chgData name="Andrés Pablo FANTIN" userId="764826b2-ac4e-4fd7-bda5-68d0e7ba4060" providerId="ADAL" clId="{73AAAFD7-0215-4DE0-BA36-94A41517680F}" dt="2026-09-08T14:14:44.829" v="89" actId="27636"/>
        <pc:sldMkLst>
          <pc:docMk/>
          <pc:sldMk cId="0" sldId="274"/>
        </pc:sldMkLst>
        <pc:spChg chg="mod">
          <ac:chgData name="Andrés Pablo FANTIN" userId="764826b2-ac4e-4fd7-bda5-68d0e7ba4060" providerId="ADAL" clId="{73AAAFD7-0215-4DE0-BA36-94A41517680F}" dt="2026-09-08T14:14:44.829" v="89" actId="27636"/>
          <ac:spMkLst>
            <pc:docMk/>
            <pc:sldMk cId="0" sldId="274"/>
            <ac:spMk id="25" creationId="{00000000-0000-0000-0000-000000000000}"/>
          </ac:spMkLst>
        </pc:spChg>
      </pc:sldChg>
      <pc:sldChg chg="addSp delSp modSp mod">
        <pc:chgData name="Andrés Pablo FANTIN" userId="764826b2-ac4e-4fd7-bda5-68d0e7ba4060" providerId="ADAL" clId="{73AAAFD7-0215-4DE0-BA36-94A41517680F}" dt="2026-09-08T14:29:20.513" v="184" actId="1076"/>
        <pc:sldMkLst>
          <pc:docMk/>
          <pc:sldMk cId="0" sldId="275"/>
        </pc:sldMkLst>
        <pc:graphicFrameChg chg="add mod modGraphic">
          <ac:chgData name="Andrés Pablo FANTIN" userId="764826b2-ac4e-4fd7-bda5-68d0e7ba4060" providerId="ADAL" clId="{73AAAFD7-0215-4DE0-BA36-94A41517680F}" dt="2026-09-08T14:29:20.513" v="184" actId="1076"/>
          <ac:graphicFrameMkLst>
            <pc:docMk/>
            <pc:sldMk cId="0" sldId="275"/>
            <ac:graphicFrameMk id="7" creationId="{8AAD0C4C-6FD7-0F3F-ECE8-79F5D8C03287}"/>
          </ac:graphicFrameMkLst>
        </pc:graphicFrameChg>
      </pc:sldChg>
      <pc:sldChg chg="modSp mod">
        <pc:chgData name="Andrés Pablo FANTIN" userId="764826b2-ac4e-4fd7-bda5-68d0e7ba4060" providerId="ADAL" clId="{73AAAFD7-0215-4DE0-BA36-94A41517680F}" dt="2026-09-08T14:29:34.293" v="200" actId="313"/>
        <pc:sldMkLst>
          <pc:docMk/>
          <pc:sldMk cId="0" sldId="276"/>
        </pc:sldMkLst>
        <pc:spChg chg="mod">
          <ac:chgData name="Andrés Pablo FANTIN" userId="764826b2-ac4e-4fd7-bda5-68d0e7ba4060" providerId="ADAL" clId="{73AAAFD7-0215-4DE0-BA36-94A41517680F}" dt="2026-09-08T14:29:34.293" v="200" actId="313"/>
          <ac:spMkLst>
            <pc:docMk/>
            <pc:sldMk cId="0" sldId="276"/>
            <ac:spMk id="2" creationId="{00000000-0000-0000-0000-000000000000}"/>
          </ac:spMkLst>
        </pc:spChg>
        <pc:spChg chg="mod">
          <ac:chgData name="Andrés Pablo FANTIN" userId="764826b2-ac4e-4fd7-bda5-68d0e7ba4060" providerId="ADAL" clId="{73AAAFD7-0215-4DE0-BA36-94A41517680F}" dt="2026-09-08T14:14:44.833" v="90" actId="27636"/>
          <ac:spMkLst>
            <pc:docMk/>
            <pc:sldMk cId="0" sldId="276"/>
            <ac:spMk id="20" creationId="{00000000-0000-0000-0000-000000000000}"/>
          </ac:spMkLst>
        </pc:spChg>
      </pc:sldChg>
      <pc:sldChg chg="addSp delSp modSp mod">
        <pc:chgData name="Andrés Pablo FANTIN" userId="764826b2-ac4e-4fd7-bda5-68d0e7ba4060" providerId="ADAL" clId="{73AAAFD7-0215-4DE0-BA36-94A41517680F}" dt="2026-09-08T14:31:16.050" v="212" actId="14734"/>
        <pc:sldMkLst>
          <pc:docMk/>
          <pc:sldMk cId="0" sldId="279"/>
        </pc:sldMkLst>
        <pc:graphicFrameChg chg="add mod modGraphic">
          <ac:chgData name="Andrés Pablo FANTIN" userId="764826b2-ac4e-4fd7-bda5-68d0e7ba4060" providerId="ADAL" clId="{73AAAFD7-0215-4DE0-BA36-94A41517680F}" dt="2026-09-08T14:31:16.050" v="212" actId="14734"/>
          <ac:graphicFrameMkLst>
            <pc:docMk/>
            <pc:sldMk cId="0" sldId="279"/>
            <ac:graphicFrameMk id="28" creationId="{8924EE8C-6B55-AB9C-E910-56AC5E9FBB13}"/>
          </ac:graphicFrameMkLst>
        </pc:graphicFrameChg>
      </pc:sldChg>
    </pc:docChg>
  </pc:docChgLst>
  <pc:docChgLst>
    <pc:chgData name="Andrés Pablo FANTIN" userId="764826b2-ac4e-4fd7-bda5-68d0e7ba4060" providerId="ADAL" clId="{955200AB-5571-4391-89BE-10686F9C0B7F}"/>
    <pc:docChg chg="undo custSel addSld delSld modSld sldOrd">
      <pc:chgData name="Andrés Pablo FANTIN" userId="764826b2-ac4e-4fd7-bda5-68d0e7ba4060" providerId="ADAL" clId="{955200AB-5571-4391-89BE-10686F9C0B7F}" dt="2026-09-22T21:04:37.608" v="261"/>
      <pc:docMkLst>
        <pc:docMk/>
      </pc:docMkLst>
      <pc:sldChg chg="modSp mod">
        <pc:chgData name="Andrés Pablo FANTIN" userId="764826b2-ac4e-4fd7-bda5-68d0e7ba4060" providerId="ADAL" clId="{955200AB-5571-4391-89BE-10686F9C0B7F}" dt="2026-09-04T22:58:08.359" v="1" actId="14100"/>
        <pc:sldMkLst>
          <pc:docMk/>
          <pc:sldMk cId="0" sldId="256"/>
        </pc:sldMkLst>
        <pc:spChg chg="mod">
          <ac:chgData name="Andrés Pablo FANTIN" userId="764826b2-ac4e-4fd7-bda5-68d0e7ba4060" providerId="ADAL" clId="{955200AB-5571-4391-89BE-10686F9C0B7F}" dt="2026-09-04T22:58:05.447" v="0" actId="1410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4T22:58:08.359" v="1" actId="14100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4T22:58:29.584" v="2" actId="14100"/>
        <pc:sldMkLst>
          <pc:docMk/>
          <pc:sldMk cId="0" sldId="257"/>
        </pc:sldMkLst>
        <pc:spChg chg="mod">
          <ac:chgData name="Andrés Pablo FANTIN" userId="764826b2-ac4e-4fd7-bda5-68d0e7ba4060" providerId="ADAL" clId="{955200AB-5571-4391-89BE-10686F9C0B7F}" dt="2026-09-04T22:58:29.584" v="2" actId="14100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21T13:16:31.302" v="77" actId="27636"/>
        <pc:sldMkLst>
          <pc:docMk/>
          <pc:sldMk cId="0" sldId="258"/>
        </pc:sldMkLst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1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2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5:48.126" v="57" actId="403"/>
          <ac:spMkLst>
            <pc:docMk/>
            <pc:sldMk cId="0" sldId="258"/>
            <ac:spMk id="2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6:31.302" v="77" actId="27636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21T13:18:46.015" v="131" actId="403"/>
        <pc:sldMkLst>
          <pc:docMk/>
          <pc:sldMk cId="0" sldId="260"/>
        </pc:sldMkLst>
        <pc:spChg chg="mod">
          <ac:chgData name="Andrés Pablo FANTIN" userId="764826b2-ac4e-4fd7-bda5-68d0e7ba4060" providerId="ADAL" clId="{955200AB-5571-4391-89BE-10686F9C0B7F}" dt="2026-09-21T13:18:11.139" v="116" actId="276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8:46.015" v="131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1T13:18:39.430" v="129" actId="403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4T23:01:48.734" v="40" actId="20577"/>
        <pc:sldMkLst>
          <pc:docMk/>
          <pc:sldMk cId="0" sldId="264"/>
        </pc:sldMkLst>
        <pc:spChg chg="mod">
          <ac:chgData name="Andrés Pablo FANTIN" userId="764826b2-ac4e-4fd7-bda5-68d0e7ba4060" providerId="ADAL" clId="{955200AB-5571-4391-89BE-10686F9C0B7F}" dt="2026-09-04T23:01:48.734" v="40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4T23:01:34.561" v="32" actId="20577"/>
          <ac:spMkLst>
            <pc:docMk/>
            <pc:sldMk cId="0" sldId="264"/>
            <ac:spMk id="10" creationId="{00000000-0000-0000-0000-000000000000}"/>
          </ac:spMkLst>
        </pc:spChg>
      </pc:sldChg>
      <pc:sldChg chg="modSp mod">
        <pc:chgData name="Andrés Pablo FANTIN" userId="764826b2-ac4e-4fd7-bda5-68d0e7ba4060" providerId="ADAL" clId="{955200AB-5571-4391-89BE-10686F9C0B7F}" dt="2026-09-04T23:02:23.133" v="49" actId="1038"/>
        <pc:sldMkLst>
          <pc:docMk/>
          <pc:sldMk cId="0" sldId="265"/>
        </pc:sldMkLst>
        <pc:spChg chg="mod">
          <ac:chgData name="Andrés Pablo FANTIN" userId="764826b2-ac4e-4fd7-bda5-68d0e7ba4060" providerId="ADAL" clId="{955200AB-5571-4391-89BE-10686F9C0B7F}" dt="2026-09-04T23:02:13.219" v="41" actId="14100"/>
          <ac:spMkLst>
            <pc:docMk/>
            <pc:sldMk cId="0" sldId="265"/>
            <ac:spMk id="1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4T23:02:20.234" v="42" actId="14100"/>
          <ac:spMkLst>
            <pc:docMk/>
            <pc:sldMk cId="0" sldId="265"/>
            <ac:spMk id="1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04T23:02:23.133" v="49" actId="1038"/>
          <ac:spMkLst>
            <pc:docMk/>
            <pc:sldMk cId="0" sldId="265"/>
            <ac:spMk id="18" creationId="{00000000-0000-0000-0000-000000000000}"/>
          </ac:spMkLst>
        </pc:spChg>
      </pc:sldChg>
      <pc:sldChg chg="addSp modSp mod modAnim">
        <pc:chgData name="Andrés Pablo FANTIN" userId="764826b2-ac4e-4fd7-bda5-68d0e7ba4060" providerId="ADAL" clId="{955200AB-5571-4391-89BE-10686F9C0B7F}" dt="2026-09-22T21:04:37.608" v="261"/>
        <pc:sldMkLst>
          <pc:docMk/>
          <pc:sldMk cId="0" sldId="267"/>
        </pc:sldMkLst>
        <pc:graphicFrameChg chg="mod modGraphic">
          <ac:chgData name="Andrés Pablo FANTIN" userId="764826b2-ac4e-4fd7-bda5-68d0e7ba4060" providerId="ADAL" clId="{955200AB-5571-4391-89BE-10686F9C0B7F}" dt="2026-09-22T20:58:48.721" v="257" actId="20577"/>
          <ac:graphicFrameMkLst>
            <pc:docMk/>
            <pc:sldMk cId="0" sldId="267"/>
            <ac:graphicFrameMk id="7" creationId="{0FDC2DCD-6932-0188-9683-6EE577B874CA}"/>
          </ac:graphicFrameMkLst>
        </pc:graphicFrameChg>
        <pc:picChg chg="add mod">
          <ac:chgData name="Andrés Pablo FANTIN" userId="764826b2-ac4e-4fd7-bda5-68d0e7ba4060" providerId="ADAL" clId="{955200AB-5571-4391-89BE-10686F9C0B7F}" dt="2026-09-22T21:04:35.691" v="260" actId="14100"/>
          <ac:picMkLst>
            <pc:docMk/>
            <pc:sldMk cId="0" sldId="267"/>
            <ac:picMk id="8" creationId="{A628B30C-6C6A-496B-53D9-B6CD1BD57DC1}"/>
          </ac:picMkLst>
        </pc:picChg>
      </pc:sldChg>
      <pc:sldChg chg="add del setBg">
        <pc:chgData name="Andrés Pablo FANTIN" userId="764826b2-ac4e-4fd7-bda5-68d0e7ba4060" providerId="ADAL" clId="{955200AB-5571-4391-89BE-10686F9C0B7F}" dt="2026-09-22T20:46:12.831" v="135" actId="47"/>
        <pc:sldMkLst>
          <pc:docMk/>
          <pc:sldMk cId="0" sldId="280"/>
        </pc:sldMkLst>
      </pc:sldChg>
      <pc:sldChg chg="modSp add del mod setBg">
        <pc:chgData name="Andrés Pablo FANTIN" userId="764826b2-ac4e-4fd7-bda5-68d0e7ba4060" providerId="ADAL" clId="{955200AB-5571-4391-89BE-10686F9C0B7F}" dt="2026-09-22T20:46:30.753" v="139" actId="2696"/>
        <pc:sldMkLst>
          <pc:docMk/>
          <pc:sldMk cId="0" sldId="281"/>
        </pc:sldMkLst>
        <pc:spChg chg="mod">
          <ac:chgData name="Andrés Pablo FANTIN" userId="764826b2-ac4e-4fd7-bda5-68d0e7ba4060" providerId="ADAL" clId="{955200AB-5571-4391-89BE-10686F9C0B7F}" dt="2026-09-22T20:46:15.811" v="136" actId="20577"/>
          <ac:spMkLst>
            <pc:docMk/>
            <pc:sldMk cId="0" sldId="281"/>
            <ac:spMk id="5" creationId="{00000000-0000-0000-0000-000000000000}"/>
          </ac:spMkLst>
        </pc:spChg>
      </pc:sldChg>
      <pc:sldChg chg="modSp add mod">
        <pc:chgData name="Andrés Pablo FANTIN" userId="764826b2-ac4e-4fd7-bda5-68d0e7ba4060" providerId="ADAL" clId="{955200AB-5571-4391-89BE-10686F9C0B7F}" dt="2026-09-22T20:47:03.311" v="150" actId="404"/>
        <pc:sldMkLst>
          <pc:docMk/>
          <pc:sldMk cId="3367610451" sldId="281"/>
        </pc:sldMkLst>
        <pc:spChg chg="mod">
          <ac:chgData name="Andrés Pablo FANTIN" userId="764826b2-ac4e-4fd7-bda5-68d0e7ba4060" providerId="ADAL" clId="{955200AB-5571-4391-89BE-10686F9C0B7F}" dt="2026-09-22T20:47:03.311" v="150" actId="404"/>
          <ac:spMkLst>
            <pc:docMk/>
            <pc:sldMk cId="3367610451" sldId="281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6:51.118" v="145" actId="403"/>
          <ac:spMkLst>
            <pc:docMk/>
            <pc:sldMk cId="3367610451" sldId="281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6:51.118" v="145" actId="403"/>
          <ac:spMkLst>
            <pc:docMk/>
            <pc:sldMk cId="3367610451" sldId="281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6:51.118" v="145" actId="403"/>
          <ac:spMkLst>
            <pc:docMk/>
            <pc:sldMk cId="3367610451" sldId="281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6:51.118" v="145" actId="403"/>
          <ac:spMkLst>
            <pc:docMk/>
            <pc:sldMk cId="3367610451" sldId="281"/>
            <ac:spMk id="12" creationId="{00000000-0000-0000-0000-000000000000}"/>
          </ac:spMkLst>
        </pc:spChg>
      </pc:sldChg>
      <pc:sldChg chg="modSp add del mod setBg">
        <pc:chgData name="Andrés Pablo FANTIN" userId="764826b2-ac4e-4fd7-bda5-68d0e7ba4060" providerId="ADAL" clId="{955200AB-5571-4391-89BE-10686F9C0B7F}" dt="2026-09-22T20:46:30.753" v="139" actId="2696"/>
        <pc:sldMkLst>
          <pc:docMk/>
          <pc:sldMk cId="0" sldId="282"/>
        </pc:sldMkLst>
        <pc:spChg chg="mod">
          <ac:chgData name="Andrés Pablo FANTIN" userId="764826b2-ac4e-4fd7-bda5-68d0e7ba4060" providerId="ADAL" clId="{955200AB-5571-4391-89BE-10686F9C0B7F}" dt="2026-09-22T20:46:20.482" v="137" actId="20577"/>
          <ac:spMkLst>
            <pc:docMk/>
            <pc:sldMk cId="0" sldId="282"/>
            <ac:spMk id="5" creationId="{00000000-0000-0000-0000-000000000000}"/>
          </ac:spMkLst>
        </pc:spChg>
      </pc:sldChg>
      <pc:sldChg chg="modSp add mod">
        <pc:chgData name="Andrés Pablo FANTIN" userId="764826b2-ac4e-4fd7-bda5-68d0e7ba4060" providerId="ADAL" clId="{955200AB-5571-4391-89BE-10686F9C0B7F}" dt="2026-09-22T20:47:16.313" v="158" actId="403"/>
        <pc:sldMkLst>
          <pc:docMk/>
          <pc:sldMk cId="1971568203" sldId="282"/>
        </pc:sldMkLst>
        <pc:spChg chg="mod">
          <ac:chgData name="Andrés Pablo FANTIN" userId="764826b2-ac4e-4fd7-bda5-68d0e7ba4060" providerId="ADAL" clId="{955200AB-5571-4391-89BE-10686F9C0B7F}" dt="2026-09-22T20:47:08.828" v="153" actId="403"/>
          <ac:spMkLst>
            <pc:docMk/>
            <pc:sldMk cId="1971568203" sldId="282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16.313" v="158" actId="403"/>
          <ac:spMkLst>
            <pc:docMk/>
            <pc:sldMk cId="1971568203" sldId="282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16.313" v="158" actId="403"/>
          <ac:spMkLst>
            <pc:docMk/>
            <pc:sldMk cId="1971568203" sldId="282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16.313" v="158" actId="403"/>
          <ac:spMkLst>
            <pc:docMk/>
            <pc:sldMk cId="1971568203" sldId="282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16.313" v="158" actId="403"/>
          <ac:spMkLst>
            <pc:docMk/>
            <pc:sldMk cId="1971568203" sldId="282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16.313" v="158" actId="403"/>
          <ac:spMkLst>
            <pc:docMk/>
            <pc:sldMk cId="1971568203" sldId="282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16.313" v="158" actId="403"/>
          <ac:spMkLst>
            <pc:docMk/>
            <pc:sldMk cId="1971568203" sldId="282"/>
            <ac:spMk id="12" creationId="{00000000-0000-0000-0000-000000000000}"/>
          </ac:spMkLst>
        </pc:spChg>
      </pc:sldChg>
      <pc:sldChg chg="modSp add del mod setBg">
        <pc:chgData name="Andrés Pablo FANTIN" userId="764826b2-ac4e-4fd7-bda5-68d0e7ba4060" providerId="ADAL" clId="{955200AB-5571-4391-89BE-10686F9C0B7F}" dt="2026-09-22T20:46:30.753" v="139" actId="2696"/>
        <pc:sldMkLst>
          <pc:docMk/>
          <pc:sldMk cId="0" sldId="283"/>
        </pc:sldMkLst>
        <pc:spChg chg="mod">
          <ac:chgData name="Andrés Pablo FANTIN" userId="764826b2-ac4e-4fd7-bda5-68d0e7ba4060" providerId="ADAL" clId="{955200AB-5571-4391-89BE-10686F9C0B7F}" dt="2026-09-22T20:46:27.014" v="138" actId="20577"/>
          <ac:spMkLst>
            <pc:docMk/>
            <pc:sldMk cId="0" sldId="283"/>
            <ac:spMk id="5" creationId="{00000000-0000-0000-0000-000000000000}"/>
          </ac:spMkLst>
        </pc:spChg>
      </pc:sldChg>
      <pc:sldChg chg="modSp add mod ord">
        <pc:chgData name="Andrés Pablo FANTIN" userId="764826b2-ac4e-4fd7-bda5-68d0e7ba4060" providerId="ADAL" clId="{955200AB-5571-4391-89BE-10686F9C0B7F}" dt="2026-09-22T20:47:50.575" v="173"/>
        <pc:sldMkLst>
          <pc:docMk/>
          <pc:sldMk cId="824871123" sldId="283"/>
        </pc:sldMkLst>
        <pc:spChg chg="mod">
          <ac:chgData name="Andrés Pablo FANTIN" userId="764826b2-ac4e-4fd7-bda5-68d0e7ba4060" providerId="ADAL" clId="{955200AB-5571-4391-89BE-10686F9C0B7F}" dt="2026-09-22T20:47:22.657" v="161" actId="403"/>
          <ac:spMkLst>
            <pc:docMk/>
            <pc:sldMk cId="824871123" sldId="283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25.711" v="163" actId="1076"/>
          <ac:spMkLst>
            <pc:docMk/>
            <pc:sldMk cId="824871123" sldId="283"/>
            <ac:spMk id="6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31.552" v="169" actId="403"/>
          <ac:spMkLst>
            <pc:docMk/>
            <pc:sldMk cId="824871123" sldId="283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31.552" v="169" actId="403"/>
          <ac:spMkLst>
            <pc:docMk/>
            <pc:sldMk cId="824871123" sldId="283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31.552" v="169" actId="403"/>
          <ac:spMkLst>
            <pc:docMk/>
            <pc:sldMk cId="824871123" sldId="283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7:31.552" v="169" actId="403"/>
          <ac:spMkLst>
            <pc:docMk/>
            <pc:sldMk cId="824871123" sldId="283"/>
            <ac:spMk id="12" creationId="{00000000-0000-0000-0000-000000000000}"/>
          </ac:spMkLst>
        </pc:spChg>
      </pc:sldChg>
      <pc:sldChg chg="modSp add mod setBg">
        <pc:chgData name="Andrés Pablo FANTIN" userId="764826b2-ac4e-4fd7-bda5-68d0e7ba4060" providerId="ADAL" clId="{955200AB-5571-4391-89BE-10686F9C0B7F}" dt="2026-09-22T20:49:19.166" v="182" actId="403"/>
        <pc:sldMkLst>
          <pc:docMk/>
          <pc:sldMk cId="0" sldId="284"/>
        </pc:sldMkLst>
        <pc:spChg chg="mod">
          <ac:chgData name="Andrés Pablo FANTIN" userId="764826b2-ac4e-4fd7-bda5-68d0e7ba4060" providerId="ADAL" clId="{955200AB-5571-4391-89BE-10686F9C0B7F}" dt="2026-09-22T20:49:12.060" v="177" actId="403"/>
          <ac:spMkLst>
            <pc:docMk/>
            <pc:sldMk cId="0" sldId="284"/>
            <ac:spMk id="5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9:19.166" v="182" actId="403"/>
          <ac:spMkLst>
            <pc:docMk/>
            <pc:sldMk cId="0" sldId="284"/>
            <ac:spMk id="7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9:19.166" v="182" actId="403"/>
          <ac:spMkLst>
            <pc:docMk/>
            <pc:sldMk cId="0" sldId="284"/>
            <ac:spMk id="8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9:19.166" v="182" actId="403"/>
          <ac:spMkLst>
            <pc:docMk/>
            <pc:sldMk cId="0" sldId="284"/>
            <ac:spMk id="9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9:19.166" v="182" actId="403"/>
          <ac:spMkLst>
            <pc:docMk/>
            <pc:sldMk cId="0" sldId="284"/>
            <ac:spMk id="10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9:19.166" v="182" actId="403"/>
          <ac:spMkLst>
            <pc:docMk/>
            <pc:sldMk cId="0" sldId="284"/>
            <ac:spMk id="11" creationId="{00000000-0000-0000-0000-000000000000}"/>
          </ac:spMkLst>
        </pc:spChg>
        <pc:spChg chg="mod">
          <ac:chgData name="Andrés Pablo FANTIN" userId="764826b2-ac4e-4fd7-bda5-68d0e7ba4060" providerId="ADAL" clId="{955200AB-5571-4391-89BE-10686F9C0B7F}" dt="2026-09-22T20:49:19.166" v="182" actId="403"/>
          <ac:spMkLst>
            <pc:docMk/>
            <pc:sldMk cId="0" sldId="284"/>
            <ac:spMk id="12" creationId="{00000000-0000-0000-0000-000000000000}"/>
          </ac:spMkLst>
        </pc:spChg>
      </pc:sldChg>
      <pc:sldChg chg="modSp add mod setBg">
        <pc:chgData name="Andrés Pablo FANTIN" userId="764826b2-ac4e-4fd7-bda5-68d0e7ba4060" providerId="ADAL" clId="{955200AB-5571-4391-89BE-10686F9C0B7F}" dt="2026-09-22T20:49:55.974" v="198" actId="20577"/>
        <pc:sldMkLst>
          <pc:docMk/>
          <pc:sldMk cId="0" sldId="285"/>
        </pc:sldMkLst>
        <pc:spChg chg="mod">
          <ac:chgData name="Andrés Pablo FANTIN" userId="764826b2-ac4e-4fd7-bda5-68d0e7ba4060" providerId="ADAL" clId="{955200AB-5571-4391-89BE-10686F9C0B7F}" dt="2026-09-22T20:49:55.974" v="198" actId="20577"/>
          <ac:spMkLst>
            <pc:docMk/>
            <pc:sldMk cId="0" sldId="285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26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y Clase 6 original de la asignatura.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419" b="1" dirty="0"/>
              <a:t>Primera tabla (Lógico / Físico):</a:t>
            </a:r>
            <a:r>
              <a:rPr lang="es-419" dirty="0"/>
              <a:t> Representa las categorías según el </a:t>
            </a:r>
            <a:r>
              <a:rPr lang="es-419" b="1" dirty="0"/>
              <a:t>mecanismo o nivel de abstracción del </a:t>
            </a:r>
            <a:r>
              <a:rPr lang="es-419" b="1" dirty="0" err="1"/>
              <a:t>backup</a:t>
            </a:r>
            <a:r>
              <a:rPr lang="es-419" dirty="0"/>
              <a:t>.</a:t>
            </a:r>
          </a:p>
          <a:p>
            <a:pPr lvl="1"/>
            <a:r>
              <a:rPr lang="es-419" b="1" dirty="0"/>
              <a:t>Lógico:</a:t>
            </a:r>
            <a:r>
              <a:rPr lang="es-419" dirty="0"/>
              <a:t> Copia de sentencias o contenido de los objetos (SQL, datos exportados).</a:t>
            </a:r>
          </a:p>
          <a:p>
            <a:pPr lvl="1"/>
            <a:r>
              <a:rPr lang="es-419" b="1" dirty="0"/>
              <a:t>Físico:</a:t>
            </a:r>
            <a:r>
              <a:rPr lang="es-419" dirty="0"/>
              <a:t> Copia directa de los archivos de datos del motor a nivel de sistema operativo o disco.</a:t>
            </a:r>
          </a:p>
          <a:p>
            <a:pPr lvl="0"/>
            <a:r>
              <a:rPr lang="es-419" b="1" dirty="0"/>
              <a:t>Segunda tabla (Full / Diferencial / Incremental):</a:t>
            </a:r>
            <a:r>
              <a:rPr lang="es-419" dirty="0"/>
              <a:t> Representa las categorías según el </a:t>
            </a:r>
            <a:r>
              <a:rPr lang="es-419" b="1" dirty="0"/>
              <a:t>alcance o estrategia de respaldos (frecuencia/contenido incluido)</a:t>
            </a:r>
            <a:r>
              <a:rPr lang="es-419" dirty="0"/>
              <a:t>.</a:t>
            </a:r>
          </a:p>
          <a:p>
            <a:pPr lvl="1"/>
            <a:r>
              <a:rPr lang="es-419" b="1" dirty="0"/>
              <a:t>Full (Completo):</a:t>
            </a:r>
            <a:r>
              <a:rPr lang="es-419" dirty="0"/>
              <a:t> Respaldo de la totalidad de la base de datos.</a:t>
            </a:r>
          </a:p>
          <a:p>
            <a:pPr lvl="1"/>
            <a:r>
              <a:rPr lang="es-419" b="1" dirty="0"/>
              <a:t>Diferencial / Incremental:</a:t>
            </a:r>
            <a:r>
              <a:rPr lang="es-419" dirty="0"/>
              <a:t> Respaldo únicamente de los cambios respecto al último </a:t>
            </a:r>
            <a:r>
              <a:rPr lang="es-419" dirty="0" err="1"/>
              <a:t>backup</a:t>
            </a:r>
            <a:r>
              <a:rPr lang="es-419" dirty="0"/>
              <a:t> completo (diferencial) o al último </a:t>
            </a:r>
            <a:r>
              <a:rPr lang="es-419" dirty="0" err="1"/>
              <a:t>backup</a:t>
            </a:r>
            <a:r>
              <a:rPr lang="es-419" dirty="0"/>
              <a:t> realizado (incremental).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3803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3236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370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Planificacion 2026 de Sistemas de Gestion de Bases de Datos.
- Clase 6 original: Seguridad, Backup, Replica y HA.
- Criterios didacticos usados en guias 2026 de Unidades 1 a 4: evidencia, bitacora, desafio y defensa tecnica.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20140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" name="Text 1"/>
          <p:cNvSpPr/>
          <p:nvPr/>
        </p:nvSpPr>
        <p:spPr>
          <a:xfrm>
            <a:off x="502920" y="1828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325880" y="246888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261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Unidad 6 · Seguridad, backup y disponibilidad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572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Sistemas de Gestion de Bases de Datos · 2026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6400800"/>
            <a:ext cx="11201400" cy="0"/>
          </a:xfrm>
          <a:prstGeom prst="line">
            <a:avLst/>
          </a:prstGeom>
          <a:noFill/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B66"/>
                </a:solidFill>
              </a:rPr>
              <a:t>UTN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03B66"/>
                </a:solidFill>
              </a:rPr>
              <a:t>FRRe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21792" y="19202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3B66"/>
                </a:solidFill>
              </a:rPr>
              <a:t>Sistemas de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03B66"/>
                </a:solidFill>
              </a:rPr>
              <a:t>Gestion de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003B66"/>
                </a:solidFill>
              </a:rPr>
              <a:t>Bases de Datos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32918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6B78"/>
                </a:solidFill>
              </a:rPr>
              <a:t>Unidad 6 · Seguridad, backup, replica y alta disponibilidad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38404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5C99"/>
                </a:solidFill>
              </a:rPr>
              <a:t>Proteger · Recuperar · Continuar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0" y="731520"/>
            <a:ext cx="3383280" cy="3383280"/>
          </a:xfrm>
          <a:prstGeom prst="arc">
            <a:avLst/>
          </a:prstGeom>
          <a:noFill/>
          <a:ln w="50800">
            <a:solidFill>
              <a:srgbClr val="19B6C9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Shape 5"/>
          <p:cNvSpPr/>
          <p:nvPr/>
        </p:nvSpPr>
        <p:spPr>
          <a:xfrm>
            <a:off x="7909560" y="1325880"/>
            <a:ext cx="2194560" cy="2194560"/>
          </a:xfrm>
          <a:prstGeom prst="arc">
            <a:avLst/>
          </a:prstGeom>
          <a:noFill/>
          <a:ln w="50800">
            <a:solidFill>
              <a:srgbClr val="003B66">
                <a:alpha val="92000"/>
              </a:srgbClr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Shape 6"/>
          <p:cNvSpPr/>
          <p:nvPr/>
        </p:nvSpPr>
        <p:spPr>
          <a:xfrm>
            <a:off x="6720840" y="42519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6885432" y="44074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33488" y="4416552"/>
            <a:ext cx="905256" cy="2651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Seguridad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33488" y="478231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6949440" y="4965192"/>
            <a:ext cx="960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quien puede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hacer que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8275320" y="42519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8439912" y="44074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887968" y="4416552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Backup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87968" y="478231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7" name="Text 15"/>
          <p:cNvSpPr/>
          <p:nvPr/>
        </p:nvSpPr>
        <p:spPr>
          <a:xfrm>
            <a:off x="8503920" y="4965192"/>
            <a:ext cx="960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copia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verificable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9829800" y="42519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9994392" y="44074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442448" y="4416552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HA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442448" y="478231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10058400" y="4965192"/>
            <a:ext cx="9601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servicio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disponible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 de la unidad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deberia poder decidir y justificar un estudiante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960120" y="2057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66"/>
                </a:solidFill>
              </a:rPr>
              <a:t>Objetivo de aprendizaje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359152"/>
            <a:ext cx="530352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846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3313B"/>
                </a:solidFill>
              </a:rPr>
              <a:t>Implementar controles basicos de seguridad, generar y validar copias de resguardo, recuperar datos frente a incidentes y justificar estrategias de disponibilidad segun RPO/RTO.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73952" y="18745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6638544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86600" y="203911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Proteger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8660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6702552" y="2587752"/>
            <a:ext cx="1234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usuarios, roles, privilegios, vistas y auditoria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8394192" y="18745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5" name="Text 13"/>
          <p:cNvSpPr/>
          <p:nvPr/>
        </p:nvSpPr>
        <p:spPr>
          <a:xfrm>
            <a:off x="8558784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06840" y="2039112"/>
            <a:ext cx="1006736" cy="2651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Recuperar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0684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8622792" y="2587752"/>
            <a:ext cx="1234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backup, restore, logs y punto en el tiempo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10314432" y="1874520"/>
            <a:ext cx="1691640" cy="19202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10479024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27080" y="203911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Continuar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2708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10543032" y="2587752"/>
            <a:ext cx="12344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replica, failover, RPO/RTO y limites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1097280" y="48920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Idea central: una configuracion no esta bien hecha porque funciona; esta bien hecha cuando puede demostrarse con evidencia.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 disparadora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conectar seguridad, backup y disponibilidad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10149840" cy="1828800"/>
          </a:xfrm>
          <a:prstGeom prst="roundRect">
            <a:avLst>
              <a:gd name="adj" fmla="val 4000"/>
            </a:avLst>
          </a:prstGeom>
          <a:solidFill>
            <a:srgbClr val="EAF6F8"/>
          </a:solidFill>
          <a:ln w="12700">
            <a:solidFill>
              <a:srgbClr val="D9EEF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417320" y="233172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03B66"/>
                </a:solidFill>
              </a:rPr>
              <a:t>Si alguien borra datos en produccion, ¿el problema se resuelve con permisos, backup o alta disponibilidad?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600200" y="324612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96B78"/>
                </a:solidFill>
              </a:rPr>
              <a:t>La respuesta profesional depende del incidente, del RPO/RTO y de la evidencia disponible.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46177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sz="4400"/>
          </a:p>
        </p:txBody>
      </p:sp>
      <p:sp>
        <p:nvSpPr>
          <p:cNvPr id="9" name="Text 7"/>
          <p:cNvSpPr/>
          <p:nvPr/>
        </p:nvSpPr>
        <p:spPr>
          <a:xfrm>
            <a:off x="1143000" y="4782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3B66"/>
                </a:solidFill>
              </a:rPr>
              <a:t>1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143000" y="51480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 sz="4400"/>
          </a:p>
        </p:txBody>
      </p:sp>
      <p:sp>
        <p:nvSpPr>
          <p:cNvPr id="11" name="Text 9"/>
          <p:cNvSpPr/>
          <p:nvPr/>
        </p:nvSpPr>
        <p:spPr>
          <a:xfrm>
            <a:off x="1143000" y="5330952"/>
            <a:ext cx="182880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B"/>
                </a:solidFill>
              </a:rPr>
              <a:t>¿Quien tenia permiso para hacerlo?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46177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sz="4400"/>
          </a:p>
        </p:txBody>
      </p:sp>
      <p:sp>
        <p:nvSpPr>
          <p:cNvPr id="13" name="Text 11"/>
          <p:cNvSpPr/>
          <p:nvPr/>
        </p:nvSpPr>
        <p:spPr>
          <a:xfrm>
            <a:off x="3794760" y="4782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5C99"/>
                </a:solidFill>
              </a:rPr>
              <a:t>2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3794760" y="51480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 sz="4400"/>
          </a:p>
        </p:txBody>
      </p:sp>
      <p:sp>
        <p:nvSpPr>
          <p:cNvPr id="15" name="Text 13"/>
          <p:cNvSpPr/>
          <p:nvPr/>
        </p:nvSpPr>
        <p:spPr>
          <a:xfrm>
            <a:off x="3794760" y="5330952"/>
            <a:ext cx="182880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B"/>
                </a:solidFill>
              </a:rPr>
              <a:t>¿Desde que punto podemos recuperar?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46177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sz="4400"/>
          </a:p>
        </p:txBody>
      </p:sp>
      <p:sp>
        <p:nvSpPr>
          <p:cNvPr id="17" name="Text 15"/>
          <p:cNvSpPr/>
          <p:nvPr/>
        </p:nvSpPr>
        <p:spPr>
          <a:xfrm>
            <a:off x="6446520" y="4782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5A623"/>
                </a:solidFill>
              </a:rPr>
              <a:t>3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6446520" y="51480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 sz="4400"/>
          </a:p>
        </p:txBody>
      </p:sp>
      <p:sp>
        <p:nvSpPr>
          <p:cNvPr id="19" name="Text 17"/>
          <p:cNvSpPr/>
          <p:nvPr/>
        </p:nvSpPr>
        <p:spPr>
          <a:xfrm>
            <a:off x="6446520" y="5330952"/>
            <a:ext cx="182880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B"/>
                </a:solidFill>
              </a:rPr>
              <a:t>¿Cuanto dato se pierde?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869680" y="461772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 sz="4400" dirty="0"/>
          </a:p>
        </p:txBody>
      </p:sp>
      <p:sp>
        <p:nvSpPr>
          <p:cNvPr id="21" name="Text 19"/>
          <p:cNvSpPr/>
          <p:nvPr/>
        </p:nvSpPr>
        <p:spPr>
          <a:xfrm>
            <a:off x="9098280" y="47823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2E8B57"/>
                </a:solidFill>
              </a:rPr>
              <a:t>4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9098280" y="51480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 sz="4400"/>
          </a:p>
        </p:txBody>
      </p:sp>
      <p:sp>
        <p:nvSpPr>
          <p:cNvPr id="23" name="Text 21"/>
          <p:cNvSpPr/>
          <p:nvPr/>
        </p:nvSpPr>
        <p:spPr>
          <a:xfrm>
            <a:off x="9098280" y="5190742"/>
            <a:ext cx="1828800" cy="387095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3313B"/>
                </a:solidFill>
              </a:rPr>
              <a:t>¿Cuanto tarda volver el servicio?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clase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Teoria breve + laboratorio con evidencia + defensa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91440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914400" y="2587752"/>
            <a:ext cx="1417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Riesgo operativo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y rol del DBA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15468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5468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3154680" y="2587752"/>
            <a:ext cx="1417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Seguridad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usuarios y roles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5166360" y="18745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539496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9496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5394960" y="2587752"/>
            <a:ext cx="1417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Backup y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recuperacion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7406640" y="18745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763524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63524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7635240" y="2587752"/>
            <a:ext cx="1417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RPO/RTO y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HA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9646920" y="1874520"/>
            <a:ext cx="1874520" cy="214884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9875520" y="2039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75520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9875520" y="2587752"/>
            <a:ext cx="14173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Operacion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Rescate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1371600" y="498348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Eje didactico: menos comandos aislados, mas decisiones justificadas y recuperacion verificable.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 del DBA ante incidentes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respuestas complementarias, no excluyentes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2971800" cy="1325880"/>
          </a:xfrm>
          <a:prstGeom prst="chevron">
            <a:avLst/>
          </a:prstGeom>
          <a:solidFill>
            <a:srgbClr val="003B66"/>
          </a:solidFill>
          <a:ln w="12700">
            <a:solidFill>
              <a:srgbClr val="003B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143000" y="23957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PROTEGER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617720" y="1965960"/>
            <a:ext cx="2971800" cy="1325880"/>
          </a:xfrm>
          <a:prstGeom prst="chevron">
            <a:avLst/>
          </a:prstGeom>
          <a:solidFill>
            <a:srgbClr val="005C99"/>
          </a:solidFill>
          <a:ln w="12700">
            <a:solidFill>
              <a:srgbClr val="005C9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4818888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RECUPERAR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321040" y="1965960"/>
            <a:ext cx="2971800" cy="1325880"/>
          </a:xfrm>
          <a:prstGeom prst="chevron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8522208" y="23957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CONTINUAR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397764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1143000" y="4142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Antes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4300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1143000" y="4553713"/>
            <a:ext cx="2514600" cy="56692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Minimo privilegio, auditoria, cifrado y separacion de </a:t>
            </a:r>
            <a:r>
              <a:rPr lang="en-US" sz="1340" dirty="0" err="1">
                <a:solidFill>
                  <a:srgbClr val="23313B"/>
                </a:solidFill>
              </a:rPr>
              <a:t>cuentas</a:t>
            </a:r>
            <a:r>
              <a:rPr lang="en-US" sz="1340" dirty="0">
                <a:solidFill>
                  <a:srgbClr val="23313B"/>
                </a:solidFill>
              </a:rPr>
              <a:t>. </a:t>
            </a:r>
            <a:r>
              <a:rPr lang="en-US" sz="1340" dirty="0" err="1">
                <a:solidFill>
                  <a:srgbClr val="23313B"/>
                </a:solidFill>
              </a:rPr>
              <a:t>Estrategias</a:t>
            </a:r>
            <a:r>
              <a:rPr lang="en-US" sz="1340" dirty="0">
                <a:solidFill>
                  <a:srgbClr val="23313B"/>
                </a:solidFill>
              </a:rPr>
              <a:t> de backup, RTO y RPO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4617720" y="397764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4846320" y="4142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Durante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4846320" y="4553713"/>
            <a:ext cx="2514600" cy="56691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3313B"/>
                </a:solidFill>
              </a:rPr>
              <a:t>Restore, logs, </a:t>
            </a:r>
            <a:r>
              <a:rPr lang="en-US" dirty="0">
                <a:solidFill>
                  <a:srgbClr val="23313B"/>
                </a:solidFill>
              </a:rPr>
              <a:t>validacion</a:t>
            </a:r>
            <a:r>
              <a:rPr lang="en-US" sz="1600" dirty="0">
                <a:solidFill>
                  <a:srgbClr val="23313B"/>
                </a:solidFill>
              </a:rPr>
              <a:t> y decision de punto objetivo.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21040" y="397764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8549640" y="4142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Despues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4964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8549640" y="4553713"/>
            <a:ext cx="2514600" cy="502379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3313B"/>
                </a:solidFill>
              </a:rPr>
              <a:t>Replica, failover, monitoreo y mejora del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Seguridad en bases de datos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motor controla recursos, objetos y acciones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94183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9888" y="19933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Autenticacion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8988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005840" y="2542032"/>
            <a:ext cx="2057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¿Quien es?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Usuario, credencial, plugin, LDAP/AD o certificado.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73075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78808" y="19933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Autorizacion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7880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3794760" y="2542032"/>
            <a:ext cx="2057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¿Que puede hacer?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Roles, privilegios y objetos.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5196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C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67728" y="19933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Auditoria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677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583680" y="2542032"/>
            <a:ext cx="2057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¿Que hizo?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Eventos, consultas, cambios y trazabilidad.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25146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930859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56648" y="19933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2E8B57"/>
                </a:solidFill>
              </a:rPr>
              <a:t>Cifrado</a:t>
            </a:r>
            <a:r>
              <a:rPr lang="en-US" sz="1500" b="1" dirty="0">
                <a:solidFill>
                  <a:srgbClr val="2E8B57"/>
                </a:solidFill>
              </a:rPr>
              <a:t>/</a:t>
            </a:r>
            <a:r>
              <a:rPr lang="en-US" sz="1500" b="1" dirty="0" err="1">
                <a:solidFill>
                  <a:srgbClr val="2E8B57"/>
                </a:solidFill>
              </a:rPr>
              <a:t>Ofuscación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75664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9372600" y="2542032"/>
            <a:ext cx="2057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s-AR" sz="1340" noProof="0" dirty="0">
                <a:solidFill>
                  <a:srgbClr val="23313B"/>
                </a:solidFill>
              </a:rPr>
              <a:t>¿Como se protege?</a:t>
            </a:r>
            <a:endParaRPr lang="es-AR" sz="1340" noProof="0" dirty="0"/>
          </a:p>
          <a:p>
            <a:pPr marL="0" indent="0">
              <a:buNone/>
            </a:pPr>
            <a:r>
              <a:rPr lang="es-AR" sz="1340" noProof="0" dirty="0">
                <a:solidFill>
                  <a:srgbClr val="23313B"/>
                </a:solidFill>
              </a:rPr>
              <a:t>Transito, reposo y copias.</a:t>
            </a:r>
          </a:p>
          <a:p>
            <a:pPr marL="0" indent="0">
              <a:buNone/>
            </a:pPr>
            <a:r>
              <a:rPr lang="es-AR" sz="1340" noProof="0" dirty="0">
                <a:solidFill>
                  <a:srgbClr val="23313B"/>
                </a:solidFill>
              </a:rPr>
              <a:t>Enmascaramiento estático y dinámico.</a:t>
            </a:r>
            <a:endParaRPr lang="es-AR" sz="1340" noProof="0" dirty="0"/>
          </a:p>
        </p:txBody>
      </p:sp>
      <p:sp>
        <p:nvSpPr>
          <p:cNvPr id="25" name="Text 23"/>
          <p:cNvSpPr/>
          <p:nvPr/>
        </p:nvSpPr>
        <p:spPr>
          <a:xfrm>
            <a:off x="105156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Una cuenta de aplicacion no deberia operar como DBA. Un usuario de consulta no deberia modificar datos.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roles para el laboratorio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Diseñar permisos antes de ejecutar comandos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3"/>
          <p:cNvSpPr/>
          <p:nvPr/>
        </p:nvSpPr>
        <p:spPr>
          <a:xfrm>
            <a:off x="914400" y="5349240"/>
            <a:ext cx="10332720" cy="502920"/>
          </a:xfrm>
          <a:prstGeom prst="roundRect">
            <a:avLst>
              <a:gd name="adj" fmla="val 9091"/>
            </a:avLst>
          </a:prstGeom>
          <a:solidFill>
            <a:srgbClr val="EAF6F8"/>
          </a:solidFill>
          <a:ln w="12700">
            <a:solidFill>
              <a:srgbClr val="D9EEF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4"/>
          <p:cNvSpPr/>
          <p:nvPr/>
        </p:nvSpPr>
        <p:spPr>
          <a:xfrm>
            <a:off x="1097280" y="5477256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B66"/>
                </a:solidFill>
              </a:rPr>
              <a:t>Regla de diseño: otorgar lo necesario para cumplir la funcion y probar explicitamente lo que debe quedar bloqueado.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1155DF9D-F6BB-0DD7-3F75-6EA46533E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97434"/>
              </p:ext>
            </p:extLst>
          </p:nvPr>
        </p:nvGraphicFramePr>
        <p:xfrm>
          <a:off x="685800" y="1752240"/>
          <a:ext cx="10561320" cy="3348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0220">
                  <a:extLst>
                    <a:ext uri="{9D8B030D-6E8A-4147-A177-3AD203B41FA5}">
                      <a16:colId xmlns:a16="http://schemas.microsoft.com/office/drawing/2014/main" val="372406149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389978779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87555537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855865222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1223841072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493782778"/>
                    </a:ext>
                  </a:extLst>
                </a:gridCol>
              </a:tblGrid>
              <a:tr h="55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Lectura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Escritura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DDL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Usuarios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Auditoría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650293"/>
                  </a:ext>
                </a:extLst>
              </a:tr>
              <a:tr h="55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771886"/>
                  </a:ext>
                </a:extLst>
              </a:tr>
              <a:tr h="55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analista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 parcial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31646"/>
                  </a:ext>
                </a:extLst>
              </a:tr>
              <a:tr h="55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auditor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 auditoria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393750"/>
                  </a:ext>
                </a:extLst>
              </a:tr>
              <a:tr h="55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operador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 operativa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 limitada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58900"/>
                  </a:ext>
                </a:extLst>
              </a:tr>
              <a:tr h="5581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SI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7128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Minimo privilegio: probar permisos permitidos y rechazados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evidencia incluye exitos y errores esperados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097280" y="1993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1 · Definir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1097280" y="2542032"/>
            <a:ext cx="2286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Operacion esperada por rol: consultar, insertar, auditar, administrar.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3886200" y="18288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4114800" y="1993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2 · Otorgar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14800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4114800" y="2542032"/>
            <a:ext cx="2286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Crear roles y asignar solo los privilegios necesarios.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903720" y="18288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7132320" y="19933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3 · Revocar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0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7132320" y="2542032"/>
            <a:ext cx="2286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Eliminar permisos heredados, globales o temporales no justificados.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9921240" y="1828800"/>
            <a:ext cx="1280160" cy="20116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10149840" y="199339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4 · Probar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149840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10149840" y="2542032"/>
            <a:ext cx="8229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OK + error esperado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1234440" y="4572000"/>
            <a:ext cx="9692640" cy="777240"/>
          </a:xfrm>
          <a:prstGeom prst="roundRect">
            <a:avLst>
              <a:gd name="adj" fmla="val 7059"/>
            </a:avLst>
          </a:prstGeom>
          <a:solidFill>
            <a:srgbClr val="FFF4E3"/>
          </a:solidFill>
          <a:ln w="12700">
            <a:solidFill>
              <a:srgbClr val="F0C36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1463040" y="4773168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No alcanza con decir "no tiene permisos": debe ejecutarse una prueba que falle por la razon correcta.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Patrones de implementacion multiplataforma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sintaxis cambia, la decision tecnica permanece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66"/>
                </a:solidFill>
              </a:rPr>
              <a:t>MySQL / MariaDB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5720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ROLE rol_analista;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GRANT SELECT ON banco.cliente TO rol_analista;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USER ‘user'@'%' IDENTIFIED BY '***';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GRANT rol_analista TO ‘user'@'%';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SHOW GRANTS FOR ‘user'@'%’;</a:t>
            </a:r>
          </a:p>
          <a:p>
            <a:endParaRPr lang="en-US" sz="1100" dirty="0">
              <a:solidFill>
                <a:srgbClr val="23313B"/>
              </a:solidFill>
              <a:latin typeface="Cascadia Mono" pitchFamily="34" charset="0"/>
              <a:ea typeface="Cascadia Mono" pitchFamily="34" charset="-122"/>
              <a:cs typeface="Cascadia Mono" pitchFamily="34" charset="-120"/>
            </a:endParaRPr>
          </a:p>
          <a:p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REVOKE </a:t>
            </a:r>
            <a:r>
              <a:rPr lang="en-US" sz="1100" dirty="0" err="1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rol_analista</a:t>
            </a: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TO ‘user'@'%’;</a:t>
            </a:r>
            <a:endParaRPr lang="en-US" sz="1100" dirty="0"/>
          </a:p>
          <a:p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REVOKE SELECT ON </a:t>
            </a:r>
            <a:r>
              <a:rPr lang="en-US" sz="1100" dirty="0" err="1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banco.cliente</a:t>
            </a: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TO </a:t>
            </a:r>
            <a:r>
              <a:rPr lang="en-US" sz="1100" dirty="0" err="1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rol_analista</a:t>
            </a: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</p:spPr>
        <p:txBody>
          <a:bodyPr/>
          <a:lstStyle/>
          <a:p>
            <a:endParaRPr lang="es-419" dirty="0"/>
          </a:p>
        </p:txBody>
      </p:sp>
      <p:sp>
        <p:nvSpPr>
          <p:cNvPr id="9" name="Text 7"/>
          <p:cNvSpPr/>
          <p:nvPr/>
        </p:nvSpPr>
        <p:spPr>
          <a:xfrm>
            <a:off x="6583680" y="2057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66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2514600"/>
            <a:ext cx="45720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ROLE rol_analista;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GRANT CONNECT ON DATABASE banco TO rol_analista;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GRANT USAGE ON SCHEMA public TO rol_analista;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GRANT SELECT ON cliente TO rol_analista;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CREATE USER </a:t>
            </a:r>
            <a:r>
              <a:rPr lang="en-US" sz="1100" dirty="0" err="1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user</a:t>
            </a: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WITH PASSWORD '***';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GRANT rol_analista TO user;</a:t>
            </a:r>
          </a:p>
          <a:p>
            <a:endParaRPr lang="en-US" sz="1100" dirty="0">
              <a:solidFill>
                <a:srgbClr val="23313B"/>
              </a:solidFill>
              <a:latin typeface="Cascadia Mono" pitchFamily="34" charset="0"/>
              <a:ea typeface="Cascadia Mono" pitchFamily="34" charset="-122"/>
              <a:cs typeface="Cascadia Mono" pitchFamily="34" charset="-120"/>
            </a:endParaRPr>
          </a:p>
          <a:p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REVOKE </a:t>
            </a:r>
            <a:r>
              <a:rPr lang="en-US" sz="1100" dirty="0" err="1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rol_analista</a:t>
            </a: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FROM ‘user'@'%’;</a:t>
            </a:r>
          </a:p>
          <a:p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REVOKE USAGE ON SCHEMA public FROM </a:t>
            </a:r>
            <a:r>
              <a:rPr lang="en-US" sz="1100" dirty="0" err="1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rol_analista</a:t>
            </a:r>
            <a:r>
              <a:rPr lang="en-US" sz="1100" dirty="0">
                <a:solidFill>
                  <a:srgbClr val="23313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100" dirty="0"/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Auditoria y evidencias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DBA debe reconstruir que paso sin depender de memoria humana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07899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199339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Eventos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2704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143000" y="2542032"/>
            <a:ext cx="2011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Conexiones, errores, cambios DDL, operaciones sensibles.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3657600" y="18288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82219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0248" y="199339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Logs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7024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3886200" y="2542032"/>
            <a:ext cx="2011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Error log, general log, slow log, binlog, WAL o equivalente.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6400800" y="18288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565392" y="1984248"/>
            <a:ext cx="475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SQL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0" y="1993392"/>
            <a:ext cx="1645920" cy="320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Tablas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076203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629400" y="2542032"/>
            <a:ext cx="2011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Auditoria propia por trigger cuando aplica al negocio.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9144000" y="182880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930859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56648" y="1993392"/>
            <a:ext cx="1673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Revision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75664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9372600" y="2542032"/>
            <a:ext cx="2011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Que evidencia es suficiente para sostener una conclusion.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914400" y="48920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Auditar no es guardar todo: es registrar eventos relevantes, consultables y protegidos contra alteracion indebida.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Backup no es recovery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conceptos que deben separarse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2618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09928" y="19933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Backup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099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325880" y="2542032"/>
            <a:ext cx="22860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Generar una copia consistente.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Puede ser logica, fisica, completa, diferencial o incremental.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487375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21808" y="19933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Restore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2180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4937760" y="2542032"/>
            <a:ext cx="22860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Reconstruir archivos, objetos o datos desde una copia.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8321040" y="1828800"/>
            <a:ext cx="27432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848563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33688" y="19933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Recovery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93368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8549640" y="2542032"/>
            <a:ext cx="22860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Llevar la base al estado consistente requerido aplicando logs o decisiones.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1554480" y="4800600"/>
            <a:ext cx="9052560" cy="640080"/>
          </a:xfrm>
          <a:prstGeom prst="roundRect">
            <a:avLst>
              <a:gd name="adj" fmla="val 7143"/>
            </a:avLst>
          </a:prstGeom>
          <a:solidFill>
            <a:srgbClr val="FFF4E3"/>
          </a:solidFill>
          <a:ln w="12700">
            <a:solidFill>
              <a:srgbClr val="F0C36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1737360" y="5001768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B66"/>
                </a:solidFill>
              </a:rPr>
              <a:t>"Tengo backup" no responde si puedo recuperar el servicio en tiempo y con los datos correctos.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Tipos de backup y decision operativa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estrategia mueve tiempo, espacio, complejidad y recuperacion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3"/>
          <p:cNvSpPr/>
          <p:nvPr/>
        </p:nvSpPr>
        <p:spPr>
          <a:xfrm>
            <a:off x="1280160" y="5532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B66"/>
                </a:solidFill>
              </a:rPr>
              <a:t>La pregunta correcta no es "cual es mejor", sino cual cumple el RPO/RTO con costo razonable.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FDC2DCD-6932-0188-9683-6EE577B87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23848"/>
              </p:ext>
            </p:extLst>
          </p:nvPr>
        </p:nvGraphicFramePr>
        <p:xfrm>
          <a:off x="685800" y="2049989"/>
          <a:ext cx="1069848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80797986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807629978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382811489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34549504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Mecanismo de </a:t>
                      </a:r>
                      <a:r>
                        <a:rPr lang="es-ES" dirty="0" err="1"/>
                        <a:t>Backup</a:t>
                      </a:r>
                      <a:endParaRPr lang="es-ES" dirty="0"/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Ventaja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Costo / límite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Uso típico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730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Lógico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Portable, legible, por objetos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Restore más lento en volumen alto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Migración, laboratorio, export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498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Físico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Rápido para grandes bases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Dependiente del motor/versión/archivos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DR, bases grandes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950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Alcance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Ventaja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Costo / límite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s-E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Uso típico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42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Full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Recuperación simple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Consume tiempo y espacio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Base de una cadena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3601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Diferencial / incremental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Reduce ventana de copia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Recovery más complejo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Producción con cambios frecuentes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209802"/>
                  </a:ext>
                </a:extLst>
              </a:tr>
            </a:tbl>
          </a:graphicData>
        </a:graphic>
      </p:graphicFrame>
      <p:pic>
        <p:nvPicPr>
          <p:cNvPr id="8" name="Imagen 7">
            <a:extLst>
              <a:ext uri="{FF2B5EF4-FFF2-40B4-BE49-F238E27FC236}">
                <a16:creationId xmlns:a16="http://schemas.microsoft.com/office/drawing/2014/main" id="{A628B30C-6C6A-496B-53D9-B6CD1BD57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57" y="0"/>
            <a:ext cx="1166156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82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9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 · Seguridad · Backup · Replicación · HA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1156716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292608" y="78638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lógico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92608" y="117043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Generar una copia reproducible antes del incidente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864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667512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B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mysqldump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" y="2011680"/>
            <a:ext cx="5157216" cy="3319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Backup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mysqldump -u root -p --databases rescate &gt; rescate.sql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 rutinas y triggers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mysqldump -u root -p --routines --triggers rescate &gt; rescate.sql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Control rápido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-lh rescate.sql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9632" y="1572768"/>
            <a:ext cx="54864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6364224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pg_dump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64224" y="2011680"/>
            <a:ext cx="5157216" cy="3319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SQL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pg_dump -U postgres -d rescate -f rescate.sql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custom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pg_dump -U postgres -Fc -d rescate -f rescate.dump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Control rápido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-lh rescate.*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5989320"/>
            <a:ext cx="11155680" cy="4572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EDF7F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Registrar: qué se copió, cuándo, dónde quedó el archivo y cómo se verificará que realmente sirve.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6761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82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9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 · Seguridad · Backup · Replicación · HA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1156716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292608" y="78638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 y verificación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92608" y="117043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 no termina cuando el comando finaliza: hay que comprobar el estado recuperado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864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 sz="3600"/>
          </a:p>
        </p:txBody>
      </p:sp>
      <p:sp>
        <p:nvSpPr>
          <p:cNvPr id="8" name="Text 6"/>
          <p:cNvSpPr/>
          <p:nvPr/>
        </p:nvSpPr>
        <p:spPr>
          <a:xfrm>
            <a:off x="667512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B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" y="2011680"/>
            <a:ext cx="5157216" cy="3319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destino limpio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-e "CREATE DATABASE rescate_restore"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Restaurar dump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rescate_restore &lt; rescate.sql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-u root -p -D rescate_restore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operaciones;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9632" y="1572768"/>
            <a:ext cx="548640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 sz="3600"/>
          </a:p>
        </p:txBody>
      </p:sp>
      <p:sp>
        <p:nvSpPr>
          <p:cNvPr id="11" name="Text 9"/>
          <p:cNvSpPr/>
          <p:nvPr/>
        </p:nvSpPr>
        <p:spPr>
          <a:xfrm>
            <a:off x="6364224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64224" y="2011680"/>
            <a:ext cx="5157216" cy="3319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destino limpio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createdb -U postgres rescate_restore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SQL plano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-U postgres -d rescate_restore -f rescate.sql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Formato custom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pg_restore -U postgres -d rescate_restore rescate.dump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COUNT(*) FROM operaciones;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5989320"/>
            <a:ext cx="11155680" cy="4572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EDF7F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evidencia antes/después: conteos, totales y registros clave; no alcanza con “el restore terminó sin error”.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971568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Logs transaccionales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recuperacion depende de copias y del historial de cambios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463040" y="2286000"/>
            <a:ext cx="9144000" cy="0"/>
          </a:xfrm>
          <a:prstGeom prst="line">
            <a:avLst/>
          </a:prstGeom>
          <a:noFill/>
          <a:ln w="25400">
            <a:solidFill>
              <a:srgbClr val="003B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1316736" y="2139696"/>
            <a:ext cx="292608" cy="292608"/>
          </a:xfrm>
          <a:prstGeom prst="ellipse">
            <a:avLst/>
          </a:prstGeom>
          <a:solidFill>
            <a:srgbClr val="003B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Backup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copia base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02736" y="213969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246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insert valido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88736" y="213969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update valido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74736" y="2139696"/>
            <a:ext cx="292608" cy="29260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7818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DELETE error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460736" y="2139696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10104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21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deteccion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012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1188720" y="4142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MySQL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8872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1188720" y="4690872"/>
            <a:ext cx="2651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Binary log permite reproducir o detener cambios segun posicion/tiempo.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452628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4754880" y="4142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75488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4754880" y="4690872"/>
            <a:ext cx="2651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WAL permite recuperacion fisica y PITR con base backup + archivado.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809244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8321040" y="4142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Idea comun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32104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8321040" y="4690872"/>
            <a:ext cx="2651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Sin logs suficientes, el punto de recuperacion queda limitado al ultimo backup.</a:t>
            </a:r>
            <a:endParaRPr lang="en-US" sz="134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Recuperacion a punto en el tiempo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siempre es volver al ultimo estado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9052560" cy="0"/>
          </a:xfrm>
          <a:prstGeom prst="line">
            <a:avLst/>
          </a:prstGeom>
          <a:noFill/>
          <a:ln w="25400">
            <a:solidFill>
              <a:srgbClr val="003B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1408176" y="2139696"/>
            <a:ext cx="292608" cy="292608"/>
          </a:xfrm>
          <a:prstGeom prst="ellipse">
            <a:avLst/>
          </a:prstGeom>
          <a:solidFill>
            <a:srgbClr val="003B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105156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10:00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backup full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71316" y="213969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31470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10:30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3182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operaciones validas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34456" y="2139696"/>
            <a:ext cx="292608" cy="29260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557784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10:47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DELETE accidental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97596" y="2139696"/>
            <a:ext cx="292608" cy="292608"/>
          </a:xfrm>
          <a:prstGeom prst="ellipse">
            <a:avLst/>
          </a:prstGeom>
          <a:solidFill>
            <a:srgbClr val="19B6C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784098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10:46:59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5810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punto objetivo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460736" y="2139696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10104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11:00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21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deteccion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0120" y="41605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1188720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Restaurar a 10:00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188720" y="4690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1188720" y="4873752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Pierde operaciones validas.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4617720" y="41605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4846320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23B3B"/>
                </a:solidFill>
              </a:rPr>
              <a:t>Restaurar a 11:00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846320" y="4690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4846320" y="4873752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Conserva el error.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8275320" y="416052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8503920" y="43251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Recuperar a 10:46:59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503920" y="4690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8503920" y="4873752"/>
            <a:ext cx="2468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Conserva lo valido y evita el incidente.</a:t>
            </a:r>
            <a:endParaRPr lang="en-US" sz="134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82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9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 · Seguridad · Backup · Replicación · HA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1156716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292608" y="78638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y PITR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92608" y="117043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el historial de cambios necesario para volver al punto correcto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8640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667512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Binary Log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67512" y="2011680"/>
            <a:ext cx="5157216" cy="3410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VARIABLES LIKE 'log_bin';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BINARY LOGS;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MASTER STATUS;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Inspección desde consola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mysqlbinlog mysql-bin.000001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Idea de recuperación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mysqlbinlog --stop-datetime="2026-09-22 10:46:59" ... | mysql -u root -p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199632" y="1572768"/>
            <a:ext cx="548640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6364224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D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WAL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364224" y="2011680"/>
            <a:ext cx="5157216" cy="3410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wal_level;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pg_current_wal_lsn();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pg_walfile_name(pg_current_wal_lsn());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PITR requiere previamente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backup base válido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archivado/disponibilidad de WAL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recovery_target_time / target LSN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2920" y="5989320"/>
            <a:ext cx="11155680" cy="4572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EDF7F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desafío no es “usar PITR”: primero hay que identificar el punto objetivo y demostrar por qué es el correcto.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248711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RPO y RTO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una necesidad del negocio en una decision tecnica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143000" y="201168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307592" y="2167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55648" y="2176272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RPO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55648" y="254203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371600" y="2724912"/>
            <a:ext cx="37490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Recovery Point Objective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¿cuantos datos puede perder la organizacion?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6812280" y="2011680"/>
            <a:ext cx="4206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6976872" y="21671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24928" y="2176272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RTO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24928" y="254203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7040880" y="2724912"/>
            <a:ext cx="37490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Recovery Time Objective</a:t>
            </a:r>
            <a:endParaRPr lang="en-US" sz="1340" dirty="0"/>
          </a:p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¿cuanto tiempo puede estar sin servicio?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1097280" y="48920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B66"/>
                </a:solidFill>
              </a:rPr>
              <a:t>Ejemplo: RPO 5 minutos + RTO 30 minutos exige logs frecuentes, procedimiento probado y automatizacion suficiente.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 recuperacion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backup sin prueba de restore es una promesa no verificada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914400" y="2542032"/>
            <a:ext cx="111556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Inventario</a:t>
            </a:r>
            <a:endParaRPr lang="en-US" sz="1340" dirty="0"/>
          </a:p>
        </p:txBody>
      </p:sp>
      <p:sp>
        <p:nvSpPr>
          <p:cNvPr id="9" name="Shape 7"/>
          <p:cNvSpPr/>
          <p:nvPr/>
        </p:nvSpPr>
        <p:spPr>
          <a:xfrm>
            <a:off x="2587752" y="182880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2816352" y="199339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16352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2" name="Text 10"/>
          <p:cNvSpPr/>
          <p:nvPr/>
        </p:nvSpPr>
        <p:spPr>
          <a:xfrm>
            <a:off x="2816352" y="2542032"/>
            <a:ext cx="111556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Politica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4489704" y="182880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4718304" y="199339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18304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4718304" y="2542032"/>
            <a:ext cx="111556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Ejecucion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6391656" y="182880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6620256" y="199339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0256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0" name="Text 18"/>
          <p:cNvSpPr/>
          <p:nvPr/>
        </p:nvSpPr>
        <p:spPr>
          <a:xfrm>
            <a:off x="6620256" y="2542032"/>
            <a:ext cx="111556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Verificacion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8293608" y="182880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8522208" y="199339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52220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8522208" y="2542032"/>
            <a:ext cx="111556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Restauracion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10195560" y="1828800"/>
            <a:ext cx="1572768" cy="21031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10424160" y="1993392"/>
            <a:ext cx="1161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424160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10424160" y="2542032"/>
            <a:ext cx="111556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Validacion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914400" y="4800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B66"/>
                </a:solidFill>
              </a:rPr>
              <a:t>Checklist minimo: que se copia, donde queda, quien accede, como se cifra, cada cuanto se prueba y como se documenta.</a:t>
            </a:r>
            <a:endParaRPr lang="en-US" sz="1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Alta disponibilidad no es backup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Solucionan problemas distintos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3"/>
          <p:cNvSpPr/>
          <p:nvPr/>
        </p:nvSpPr>
        <p:spPr>
          <a:xfrm>
            <a:off x="2194560" y="54864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B3B"/>
                </a:solidFill>
              </a:rPr>
              <a:t>Replicar un error no crea un backup.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D74F5A0-31BB-8FAF-3ED8-B32452933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31252"/>
              </p:ext>
            </p:extLst>
          </p:nvPr>
        </p:nvGraphicFramePr>
        <p:xfrm>
          <a:off x="713232" y="1849218"/>
          <a:ext cx="10698480" cy="3271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3146454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530122467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334027351"/>
                    </a:ext>
                  </a:extLst>
                </a:gridCol>
              </a:tblGrid>
              <a:tr h="413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Situación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Réplica / 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7275149"/>
                  </a:ext>
                </a:extLst>
              </a:tr>
              <a:tr h="71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Nodo principal caído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Recupera, pero puede tardar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Failover rápido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374130"/>
                  </a:ext>
                </a:extLst>
              </a:tr>
              <a:tr h="71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Disco destruido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Permite restaurar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Si hay réplica, reduce el corte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0665580"/>
                  </a:ext>
                </a:extLst>
              </a:tr>
              <a:tr h="71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DELETE accidental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Permite volver antes del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Puede replicar el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913238"/>
                  </a:ext>
                </a:extLst>
              </a:tr>
              <a:tr h="7143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Error lógico de aplicación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Histórico recuperable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Propaga el cambio si no hay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60469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Replicacion: conceptos minimos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laboratorio debe observar comportamiento, no memorizar topologias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12471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72768" y="19933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Primario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7276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188720" y="2542032"/>
            <a:ext cx="2286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Recibe escrituras y publica cambios.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487375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21808" y="19933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Replica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2180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4937760" y="2542032"/>
            <a:ext cx="2286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Recibe cambios y puede servir lecturas o espera failover.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8458200" y="182880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862279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Δ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70848" y="1993392"/>
            <a:ext cx="1947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Lag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7084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8686800" y="2542032"/>
            <a:ext cx="22860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Distancia temporal entre primario y replica.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3749040" y="2834640"/>
            <a:ext cx="82296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1" name="Shape 19"/>
          <p:cNvSpPr/>
          <p:nvPr/>
        </p:nvSpPr>
        <p:spPr>
          <a:xfrm>
            <a:off x="7498080" y="2834640"/>
            <a:ext cx="82296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1005840" y="489204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B66"/>
                </a:solidFill>
              </a:rPr>
              <a:t>Sincrona: menor perdida potencial, mayor acoplamiento. Asincrona: menor impacto, posible perdida si hay lag.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Failover: volver a dar servicio no alcanza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decision debe considerar consistencia, clientes y vuelta atras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2286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0332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993392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Detectar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813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097280" y="2542032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¿fallo real o red parcial?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286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5478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95928" y="1993392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Promover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959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3611880" y="2542032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¿que replica asume escrituras?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897880" y="1828800"/>
            <a:ext cx="2286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0624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0528" y="1993392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Reconectar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105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126480" y="2542032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¿como llegan las apps al nuevo nodo?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8412480" y="1828800"/>
            <a:ext cx="22860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85770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25128" y="1993392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Reintegrar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251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8641080" y="2542032"/>
            <a:ext cx="18288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¿que pasa con el nodo anterior?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914400" y="48006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3B66"/>
                </a:solidFill>
              </a:rPr>
              <a:t>Riesgo central: split brain, perdida por lag o failover que funciona tecnicamente pero no operacionalmente.</a:t>
            </a:r>
            <a:endParaRPr lang="en-US" sz="1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operativo por criticidad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todos los datos justifican la misma estrategia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Text 3"/>
          <p:cNvSpPr/>
          <p:nvPr/>
        </p:nvSpPr>
        <p:spPr>
          <a:xfrm>
            <a:off x="1097280" y="5532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B66"/>
                </a:solidFill>
              </a:rPr>
              <a:t>La complejidad tecnica debe estar justificada por criticidad, costo de caida y capacidad de operacion.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8AAD0C4C-6FD7-0F3F-ECE8-79F5D8C03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220443"/>
              </p:ext>
            </p:extLst>
          </p:nvPr>
        </p:nvGraphicFramePr>
        <p:xfrm>
          <a:off x="685800" y="2029857"/>
          <a:ext cx="1069848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60678713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1713315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335261484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33001005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Escenario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Estrategia razonable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060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Bajo 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24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8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Backup diario + restore probado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882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Operación interna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4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2 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Full + lógicos frecuentes + procedimiento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288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E-commerce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15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30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Logs archivados + réplica asincrónica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75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Crítico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Cercano a 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Muy bajo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Réplica/</a:t>
                      </a:r>
                      <a:r>
                        <a:rPr lang="es-ES" dirty="0" err="1"/>
                        <a:t>cluster</a:t>
                      </a:r>
                      <a:r>
                        <a:rPr lang="es-ES" dirty="0"/>
                        <a:t> + DR + pruebas periódicas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4424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82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9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 · Seguridad · Backup · Replicación · HA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1156716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292608" y="78638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Replicación</a:t>
            </a:r>
            <a:r>
              <a:rPr lang="en-US" sz="32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HA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92608" y="117043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 rol, estado y retraso; no es necesario construir toda la arquitectura durante el TP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8640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 sz="3600"/>
          </a:p>
        </p:txBody>
      </p:sp>
      <p:sp>
        <p:nvSpPr>
          <p:cNvPr id="8" name="Text 6"/>
          <p:cNvSpPr/>
          <p:nvPr/>
        </p:nvSpPr>
        <p:spPr>
          <a:xfrm>
            <a:off x="667512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B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· observar réplica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7512" y="2011680"/>
            <a:ext cx="5157216" cy="3410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REPLICA STATUS\G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Campos a observar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Replica_IO_Running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Replica_SQL_Running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Seconds_Behind_Source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Source_Host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Binlogs disponibles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BINARY LOGS;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9632" y="1572768"/>
            <a:ext cx="548640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 sz="3600"/>
          </a:p>
        </p:txBody>
      </p:sp>
      <p:sp>
        <p:nvSpPr>
          <p:cNvPr id="11" name="Text 9"/>
          <p:cNvSpPr/>
          <p:nvPr/>
        </p:nvSpPr>
        <p:spPr>
          <a:xfrm>
            <a:off x="6364224" y="17007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· observar réplica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64224" y="2011680"/>
            <a:ext cx="5157216" cy="3410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pg_is_in_recovery();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 primario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application_name, state, sync_state,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sent_lsn, replay_lsn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pg_stat_replication;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En réplica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634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pg_last_wal_replay_lsn();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5989320"/>
            <a:ext cx="11155680" cy="4572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EDF7F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Preguntas: ¿quién es primario?, ¿la réplica está al día?, ¿qué pasa si replicamos un DELETE accidental?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1828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UTN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7B89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 6 · Seguridad · Backup · Replicación · HA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11567160" cy="0"/>
          </a:xfrm>
          <a:prstGeom prst="line">
            <a:avLst/>
          </a:prstGeom>
          <a:noFill/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Text 3"/>
          <p:cNvSpPr/>
          <p:nvPr/>
        </p:nvSpPr>
        <p:spPr>
          <a:xfrm>
            <a:off x="292608" y="786384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</a:t>
            </a:r>
            <a:r>
              <a:rPr lang="en-US" sz="2200" b="1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Problema</a:t>
            </a:r>
            <a:r>
              <a:rPr lang="en-US" sz="22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herramienta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92608" y="1170432"/>
            <a:ext cx="11155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el mecanismo según la falla; una misma tecnología no resuelve todos los incidentes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8" name="Text 6"/>
          <p:cNvSpPr/>
          <p:nvPr/>
        </p:nvSpPr>
        <p:spPr>
          <a:xfrm>
            <a:off x="667512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 incorrecto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6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/ REVOKE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Probar permitido + rechazado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9272" y="178308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3483864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B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83864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Pérdida completa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83864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+ Restore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83864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Reconstruir y validar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35624" y="178308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8" name="Text 16"/>
          <p:cNvSpPr/>
          <p:nvPr/>
        </p:nvSpPr>
        <p:spPr>
          <a:xfrm>
            <a:off x="6300216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0216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accidental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0216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+ logs + PITR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0216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Volver justo antes del error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51976" y="1783080"/>
            <a:ext cx="2578608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3" name="Text 21"/>
          <p:cNvSpPr/>
          <p:nvPr/>
        </p:nvSpPr>
        <p:spPr>
          <a:xfrm>
            <a:off x="9116568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16568" y="245059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Caída del primario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16568" y="31546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Réplica + Failover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16568" y="39319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6B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Restablecer servicio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5989320"/>
            <a:ext cx="11155680" cy="457200"/>
          </a:xfrm>
          <a:prstGeom prst="roundRect">
            <a:avLst/>
          </a:prstGeom>
          <a:solidFill>
            <a:srgbClr val="EDF7FA"/>
          </a:solidFill>
          <a:ln w="12700">
            <a:solidFill>
              <a:srgbClr val="EDF7FA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685800" y="610819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41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diagnosticar el problema; después elegir la herramienta y demostrar que cumple el objetivo.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Actividad</a:t>
            </a: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“</a:t>
            </a:r>
            <a:r>
              <a:rPr lang="en-US" sz="3100" b="1" dirty="0" err="1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Operacion</a:t>
            </a: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3100" b="1" dirty="0" err="1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Rescate</a:t>
            </a: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”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unico incidente profesional en tres fases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078992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27048" y="203911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Fase 1 · Proteger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27048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143000" y="2587752"/>
            <a:ext cx="26060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Corregir permisos peligrosos y demostrar accesos permitidos/rechazados.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4572000" y="187452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4736592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84648" y="203911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Fase 2 · Recuperar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84648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4800600" y="2587752"/>
            <a:ext cx="26060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Backup, incidente, restore y recovery al punto objetivo.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8229600" y="187452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8394192" y="20299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842248" y="2039112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Fase 3 · Sobrevivir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842248" y="240487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8458200" y="2587752"/>
            <a:ext cx="260604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Estrategia RPO/RTO, replica/HA y defensa con costos.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No gana quien termina primero: gana quien recupera correctamente, evidencia mejor y reconoce limites.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1 · El usuario infiltrado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privilegios peligrosos y aplicar minimo privilegio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98755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35608" y="199339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Reciben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3560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051560" y="2542032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Matriz inicial con permisos excesivos.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5478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23B3B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95928" y="199339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B23B3B"/>
                </a:solidFill>
              </a:rPr>
              <a:t>Demuestran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959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3611880" y="2542032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Al menos tres accesos indebidos.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594360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10819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56248" y="199339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Corrigen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5624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172200" y="2542032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Roles, GRANT/REVOKE y vistas si aplican.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8503920" y="182880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866851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16568" y="1993392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Validan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1656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8732520" y="2542032"/>
            <a:ext cx="19202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Pruebas OK y errores esperados.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914400" y="4709160"/>
            <a:ext cx="10241280" cy="566928"/>
          </a:xfrm>
          <a:prstGeom prst="roundRect">
            <a:avLst>
              <a:gd name="adj" fmla="val 8065"/>
            </a:avLst>
          </a:prstGeom>
          <a:solidFill>
            <a:srgbClr val="EAF6F8"/>
          </a:solidFill>
          <a:ln w="12700">
            <a:solidFill>
              <a:srgbClr val="D9EEF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1097280" y="4864608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B66"/>
                </a:solidFill>
              </a:rPr>
              <a:t>Producto: matriz final de permisos + evidencia de pruebas por rol.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2 · El DBA borro produccion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Recuperar al punto correcto con evidencia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1463040" y="2286000"/>
            <a:ext cx="9144000" cy="0"/>
          </a:xfrm>
          <a:prstGeom prst="line">
            <a:avLst/>
          </a:prstGeom>
          <a:noFill/>
          <a:ln w="25400">
            <a:solidFill>
              <a:srgbClr val="003B66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6" name="Shape 4"/>
          <p:cNvSpPr/>
          <p:nvPr/>
        </p:nvSpPr>
        <p:spPr>
          <a:xfrm>
            <a:off x="1316736" y="2139696"/>
            <a:ext cx="292608" cy="292608"/>
          </a:xfrm>
          <a:prstGeom prst="ellipse">
            <a:avLst/>
          </a:prstGeom>
          <a:solidFill>
            <a:srgbClr val="003B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backup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02736" y="213969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3246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operacion valida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88736" y="2139696"/>
            <a:ext cx="292608" cy="29260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5532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49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operacion valida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74736" y="2139696"/>
            <a:ext cx="292608" cy="292608"/>
          </a:xfrm>
          <a:prstGeom prst="ellipse">
            <a:avLst/>
          </a:prstGeom>
          <a:solidFill>
            <a:srgbClr val="B23B3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7818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DELETE error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460736" y="2139696"/>
            <a:ext cx="292608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1010412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3B66"/>
                </a:solidFill>
              </a:rPr>
              <a:t>T4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921240" y="2587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3313B"/>
                </a:solidFill>
              </a:rPr>
              <a:t>deteccion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0584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2" name="Text 20"/>
          <p:cNvSpPr/>
          <p:nvPr/>
        </p:nvSpPr>
        <p:spPr>
          <a:xfrm>
            <a:off x="1234440" y="41422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1 · Punto objetivo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3444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1234440" y="469087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Definir antes de restaurar.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370332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6" name="Text 24"/>
          <p:cNvSpPr/>
          <p:nvPr/>
        </p:nvSpPr>
        <p:spPr>
          <a:xfrm>
            <a:off x="3931920" y="41422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2 · Cadena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93192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8" name="Text 26"/>
          <p:cNvSpPr/>
          <p:nvPr/>
        </p:nvSpPr>
        <p:spPr>
          <a:xfrm>
            <a:off x="3931920" y="469087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Backup + logs requeridos.</a:t>
            </a:r>
            <a:endParaRPr lang="en-US" sz="1340" dirty="0"/>
          </a:p>
        </p:txBody>
      </p:sp>
      <p:sp>
        <p:nvSpPr>
          <p:cNvPr id="29" name="Shape 27"/>
          <p:cNvSpPr/>
          <p:nvPr/>
        </p:nvSpPr>
        <p:spPr>
          <a:xfrm>
            <a:off x="640080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0" name="Text 28"/>
          <p:cNvSpPr/>
          <p:nvPr/>
        </p:nvSpPr>
        <p:spPr>
          <a:xfrm>
            <a:off x="6629400" y="41422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3 · Restore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62940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2" name="Text 30"/>
          <p:cNvSpPr/>
          <p:nvPr/>
        </p:nvSpPr>
        <p:spPr>
          <a:xfrm>
            <a:off x="6629400" y="469087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Reconstruccion reproducible.</a:t>
            </a:r>
            <a:endParaRPr lang="en-US" sz="1340" dirty="0"/>
          </a:p>
        </p:txBody>
      </p:sp>
      <p:sp>
        <p:nvSpPr>
          <p:cNvPr id="33" name="Shape 31"/>
          <p:cNvSpPr/>
          <p:nvPr/>
        </p:nvSpPr>
        <p:spPr>
          <a:xfrm>
            <a:off x="9098280" y="397764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34" name="Text 32"/>
          <p:cNvSpPr/>
          <p:nvPr/>
        </p:nvSpPr>
        <p:spPr>
          <a:xfrm>
            <a:off x="9326880" y="41422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4 · Validacion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326880" y="450799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36" name="Text 34"/>
          <p:cNvSpPr/>
          <p:nvPr/>
        </p:nvSpPr>
        <p:spPr>
          <a:xfrm>
            <a:off x="9326880" y="4690872"/>
            <a:ext cx="2011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Conteos, saldos y movimientos.</a:t>
            </a:r>
            <a:endParaRPr lang="en-US" sz="134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003B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3 y cierre · Diseñar para sobrevivir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04088" y="12984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Defender una estrategia, no una lista de herramientas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411480" cy="0"/>
          </a:xfrm>
          <a:prstGeom prst="line">
            <a:avLst/>
          </a:prstGeom>
          <a:noFill/>
          <a:ln w="381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6" name="Text 4"/>
          <p:cNvSpPr/>
          <p:nvPr/>
        </p:nvSpPr>
        <p:spPr>
          <a:xfrm>
            <a:off x="10332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66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99339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3B66"/>
                </a:solidFill>
              </a:rPr>
              <a:t>Escenario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4813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9" name="Text 7"/>
          <p:cNvSpPr/>
          <p:nvPr/>
        </p:nvSpPr>
        <p:spPr>
          <a:xfrm>
            <a:off x="1097280" y="2542032"/>
            <a:ext cx="1965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Universidad, e-commerce, banco o sistema interno.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3611880" y="18288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1" name="Text 9"/>
          <p:cNvSpPr/>
          <p:nvPr/>
        </p:nvSpPr>
        <p:spPr>
          <a:xfrm>
            <a:off x="37764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5C99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24528" y="199339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5C99"/>
                </a:solidFill>
              </a:rPr>
              <a:t>Restricciones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245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4" name="Text 12"/>
          <p:cNvSpPr/>
          <p:nvPr/>
        </p:nvSpPr>
        <p:spPr>
          <a:xfrm>
            <a:off x="3840480" y="2542032"/>
            <a:ext cx="1965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RPO/RTO, presupuesto, criticidad y operacion.</a:t>
            </a:r>
            <a:endParaRPr lang="en-US" sz="134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16" name="Text 14"/>
          <p:cNvSpPr/>
          <p:nvPr/>
        </p:nvSpPr>
        <p:spPr>
          <a:xfrm>
            <a:off x="65196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67728" y="199339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</a:rPr>
              <a:t>Estrategia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677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9" name="Text 17"/>
          <p:cNvSpPr/>
          <p:nvPr/>
        </p:nvSpPr>
        <p:spPr>
          <a:xfrm>
            <a:off x="6583680" y="2542032"/>
            <a:ext cx="1965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Backup, logs, replica, monitoreo y pruebas.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9098280" y="1828800"/>
            <a:ext cx="2423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E3E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419"/>
          </a:p>
        </p:txBody>
      </p:sp>
      <p:sp>
        <p:nvSpPr>
          <p:cNvPr id="21" name="Text 19"/>
          <p:cNvSpPr/>
          <p:nvPr/>
        </p:nvSpPr>
        <p:spPr>
          <a:xfrm>
            <a:off x="9262872" y="19842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623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10928" y="1993392"/>
            <a:ext cx="16276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Defensa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710928" y="2359152"/>
            <a:ext cx="475488" cy="0"/>
          </a:xfrm>
          <a:prstGeom prst="line">
            <a:avLst/>
          </a:prstGeom>
          <a:noFill/>
          <a:ln w="25400">
            <a:solidFill>
              <a:srgbClr val="19B6C9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24" name="Text 22"/>
          <p:cNvSpPr/>
          <p:nvPr/>
        </p:nvSpPr>
        <p:spPr>
          <a:xfrm>
            <a:off x="9326880" y="2542032"/>
            <a:ext cx="196596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40" dirty="0">
                <a:solidFill>
                  <a:srgbClr val="23313B"/>
                </a:solidFill>
              </a:rPr>
              <a:t>2 minutos + objecion del rival + mejora.</a:t>
            </a:r>
            <a:endParaRPr lang="en-US" sz="1340" dirty="0"/>
          </a:p>
        </p:txBody>
      </p:sp>
      <p:sp>
        <p:nvSpPr>
          <p:cNvPr id="26" name="Text 23"/>
          <p:cNvSpPr/>
          <p:nvPr/>
        </p:nvSpPr>
        <p:spPr>
          <a:xfrm>
            <a:off x="1097280" y="58978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3B66"/>
                </a:solidFill>
              </a:rPr>
              <a:t>¿La base esta protegida, recuperable y disponible de acuerdo con el escenario?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1645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8924EE8C-6B55-AB9C-E910-56AC5E9FB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222250"/>
              </p:ext>
            </p:extLst>
          </p:nvPr>
        </p:nvGraphicFramePr>
        <p:xfrm>
          <a:off x="1239012" y="4014216"/>
          <a:ext cx="10241280" cy="183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012">
                  <a:extLst>
                    <a:ext uri="{9D8B030D-6E8A-4147-A177-3AD203B41FA5}">
                      <a16:colId xmlns:a16="http://schemas.microsoft.com/office/drawing/2014/main" val="3891321431"/>
                    </a:ext>
                  </a:extLst>
                </a:gridCol>
                <a:gridCol w="7168268">
                  <a:extLst>
                    <a:ext uri="{9D8B030D-6E8A-4147-A177-3AD203B41FA5}">
                      <a16:colId xmlns:a16="http://schemas.microsoft.com/office/drawing/2014/main" val="215794683"/>
                    </a:ext>
                  </a:extLst>
                </a:gridCol>
              </a:tblGrid>
              <a:tr h="284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Criterio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Se observa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525001"/>
                  </a:ext>
                </a:extLst>
              </a:tr>
              <a:tr h="284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Seguridad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Mínimo privilegio probado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7416528"/>
                  </a:ext>
                </a:extLst>
              </a:tr>
              <a:tr h="2842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Recuperación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Estado correcto y reproducible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323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RPO/RTO + 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Coherencia con escenario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70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/>
                        <a:t>Evidencia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dirty="0"/>
                        <a:t>Bitácora, comandos y validaciones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1221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3837</Words>
  <Application>Microsoft Office PowerPoint</Application>
  <PresentationFormat>Panorámica</PresentationFormat>
  <Paragraphs>629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Cascadia Mono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UTN FRRe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6 - Seguridad, Backup, Replica y HA</dc:title>
  <dc:subject>Unidad 6 - Seguridad, backup, recuperacion y alta disponibilidad</dc:subject>
  <dc:creator>UTN FRRe - Sistemas de Gestion de Bases de Datos</dc:creator>
  <cp:lastModifiedBy>Andres Pablo Fantin</cp:lastModifiedBy>
  <cp:revision>1</cp:revision>
  <dcterms:created xsi:type="dcterms:W3CDTF">2026-09-02T14:15:12Z</dcterms:created>
  <dcterms:modified xsi:type="dcterms:W3CDTF">2026-09-22T21:04:38Z</dcterms:modified>
</cp:coreProperties>
</file>