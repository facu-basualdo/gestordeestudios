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2"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1" r:id="rId15"/>
    <p:sldId id="272" r:id="rId16"/>
    <p:sldId id="273" r:id="rId17"/>
  </p:sldIdLst>
  <p:sldSz cx="9144000" cy="5143500" type="screen16x9"/>
  <p:notesSz cx="6858000" cy="9144000"/>
  <p:embeddedFontLst>
    <p:embeddedFont>
      <p:font typeface="Vollkorn Black" panose="020B0604020202020204" charset="0"/>
      <p:bold r:id="rId19"/>
      <p:boldItalic r:id="rId20"/>
    </p:embeddedFont>
    <p:embeddedFont>
      <p:font typeface="DM Sans" panose="020B0604020202020204" charset="0"/>
      <p:regular r:id="rId21"/>
      <p:bold r:id="rId22"/>
      <p:italic r:id="rId23"/>
      <p:boldItalic r:id="rId24"/>
    </p:embeddedFont>
    <p:embeddedFont>
      <p:font typeface="Vollkorn" panose="020B0604020202020204" charset="0"/>
      <p:regular r:id="rId25"/>
      <p:bold r:id="rId26"/>
      <p:italic r:id="rId27"/>
      <p:boldItalic r:id="rId28"/>
    </p:embeddedFont>
    <p:embeddedFont>
      <p:font typeface="Bitter" panose="020B0604020202020204"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99" d="100"/>
          <a:sy n="99" d="100"/>
        </p:scale>
        <p:origin x="-546" y="2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font" Target="fonts/font1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4391111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8" name="Google Shape;57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g16ebc0d166b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5" name="Google Shape;585;g16ebc0d166b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5"/>
        <p:cNvGrpSpPr/>
        <p:nvPr/>
      </p:nvGrpSpPr>
      <p:grpSpPr>
        <a:xfrm>
          <a:off x="0" y="0"/>
          <a:ext cx="0" cy="0"/>
          <a:chOff x="0" y="0"/>
          <a:chExt cx="0" cy="0"/>
        </a:xfrm>
      </p:grpSpPr>
      <p:sp>
        <p:nvSpPr>
          <p:cNvPr id="596" name="Google Shape;596;g13a2b8fe81e_2_1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7" name="Google Shape;597;g13a2b8fe81e_2_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8"/>
        <p:cNvGrpSpPr/>
        <p:nvPr/>
      </p:nvGrpSpPr>
      <p:grpSpPr>
        <a:xfrm>
          <a:off x="0" y="0"/>
          <a:ext cx="0" cy="0"/>
          <a:chOff x="0" y="0"/>
          <a:chExt cx="0" cy="0"/>
        </a:xfrm>
      </p:grpSpPr>
      <p:sp>
        <p:nvSpPr>
          <p:cNvPr id="609" name="Google Shape;609;g16ebc0d166b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0" name="Google Shape;610;g16ebc0d166b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0"/>
        <p:cNvGrpSpPr/>
        <p:nvPr/>
      </p:nvGrpSpPr>
      <p:grpSpPr>
        <a:xfrm>
          <a:off x="0" y="0"/>
          <a:ext cx="0" cy="0"/>
          <a:chOff x="0" y="0"/>
          <a:chExt cx="0" cy="0"/>
        </a:xfrm>
      </p:grpSpPr>
      <p:sp>
        <p:nvSpPr>
          <p:cNvPr id="621" name="Google Shape;621;g16ebc0d166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2" name="Google Shape;622;g16ebc0d166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1"/>
        <p:cNvGrpSpPr/>
        <p:nvPr/>
      </p:nvGrpSpPr>
      <p:grpSpPr>
        <a:xfrm>
          <a:off x="0" y="0"/>
          <a:ext cx="0" cy="0"/>
          <a:chOff x="0" y="0"/>
          <a:chExt cx="0" cy="0"/>
        </a:xfrm>
      </p:grpSpPr>
      <p:sp>
        <p:nvSpPr>
          <p:cNvPr id="632" name="Google Shape;632;g16ebc0d166b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3" name="Google Shape;633;g16ebc0d166b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3"/>
        <p:cNvGrpSpPr/>
        <p:nvPr/>
      </p:nvGrpSpPr>
      <p:grpSpPr>
        <a:xfrm>
          <a:off x="0" y="0"/>
          <a:ext cx="0" cy="0"/>
          <a:chOff x="0" y="0"/>
          <a:chExt cx="0" cy="0"/>
        </a:xfrm>
      </p:grpSpPr>
      <p:sp>
        <p:nvSpPr>
          <p:cNvPr id="644" name="Google Shape;644;g16ebc0d166b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5" name="Google Shape;645;g16ebc0d166b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g16ebc0d166b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7" name="Google Shape;657;g16ebc0d166b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8"/>
        <p:cNvGrpSpPr/>
        <p:nvPr/>
      </p:nvGrpSpPr>
      <p:grpSpPr>
        <a:xfrm>
          <a:off x="0" y="0"/>
          <a:ext cx="0" cy="0"/>
          <a:chOff x="0" y="0"/>
          <a:chExt cx="0" cy="0"/>
        </a:xfrm>
      </p:grpSpPr>
      <p:sp>
        <p:nvSpPr>
          <p:cNvPr id="669" name="Google Shape;669;g16ebc0d166b_0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0" name="Google Shape;670;g16ebc0d166b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g16ebc0d166b_0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1" name="Google Shape;681;g16ebc0d166b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8"/>
        <p:cNvGrpSpPr/>
        <p:nvPr/>
      </p:nvGrpSpPr>
      <p:grpSpPr>
        <a:xfrm>
          <a:off x="0" y="0"/>
          <a:ext cx="0" cy="0"/>
          <a:chOff x="0" y="0"/>
          <a:chExt cx="0" cy="0"/>
        </a:xfrm>
      </p:grpSpPr>
      <p:sp>
        <p:nvSpPr>
          <p:cNvPr id="689" name="Google Shape;689;g164fd1b8359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0" name="Google Shape;690;g164fd1b8359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0"/>
        <p:cNvGrpSpPr/>
        <p:nvPr/>
      </p:nvGrpSpPr>
      <p:grpSpPr>
        <a:xfrm>
          <a:off x="0" y="0"/>
          <a:ext cx="0" cy="0"/>
          <a:chOff x="0" y="0"/>
          <a:chExt cx="0" cy="0"/>
        </a:xfrm>
      </p:grpSpPr>
      <p:sp>
        <p:nvSpPr>
          <p:cNvPr id="701" name="Google Shape;701;g16ebc0d166b_0_1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2" name="Google Shape;702;g16ebc0d166b_0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Google Shape;712;g16ebc0d166b_0_1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3" name="Google Shape;713;g16ebc0d166b_0_1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2"/>
        <p:cNvGrpSpPr/>
        <p:nvPr/>
      </p:nvGrpSpPr>
      <p:grpSpPr>
        <a:xfrm>
          <a:off x="0" y="0"/>
          <a:ext cx="0" cy="0"/>
          <a:chOff x="0" y="0"/>
          <a:chExt cx="0" cy="0"/>
        </a:xfrm>
      </p:grpSpPr>
      <p:sp>
        <p:nvSpPr>
          <p:cNvPr id="743" name="Google Shape;743;g16ebc0d166b_0_1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4" name="Google Shape;744;g16ebc0d166b_0_1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p:cNvGrpSpPr/>
        <p:nvPr/>
      </p:nvGrpSpPr>
      <p:grpSpPr>
        <a:xfrm>
          <a:off x="0" y="0"/>
          <a:ext cx="0" cy="0"/>
          <a:chOff x="0" y="0"/>
          <a:chExt cx="0" cy="0"/>
        </a:xfrm>
      </p:grpSpPr>
      <p:sp>
        <p:nvSpPr>
          <p:cNvPr id="753" name="Google Shape;753;g16ebc0d166b_0_1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4" name="Google Shape;754;g16ebc0d166b_0_1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2"/>
        <p:cNvGrpSpPr/>
        <p:nvPr/>
      </p:nvGrpSpPr>
      <p:grpSpPr>
        <a:xfrm>
          <a:off x="0" y="0"/>
          <a:ext cx="0" cy="0"/>
          <a:chOff x="0" y="0"/>
          <a:chExt cx="0" cy="0"/>
        </a:xfrm>
      </p:grpSpPr>
      <p:sp>
        <p:nvSpPr>
          <p:cNvPr id="763" name="Google Shape;763;g16ebc0d166b_0_2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4" name="Google Shape;764;g16ebc0d166b_0_2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rot="10800000">
            <a:off x="-3614841" y="-2244893"/>
            <a:ext cx="15584694" cy="9714462"/>
            <a:chOff x="-3614841" y="-2244893"/>
            <a:chExt cx="15584694" cy="9714462"/>
          </a:xfrm>
        </p:grpSpPr>
        <p:sp>
          <p:nvSpPr>
            <p:cNvPr id="10" name="Google Shape;10;p2"/>
            <p:cNvSpPr/>
            <p:nvPr/>
          </p:nvSpPr>
          <p:spPr>
            <a:xfrm rot="10800000">
              <a:off x="-3282434" y="1040513"/>
              <a:ext cx="7376600" cy="3057925"/>
            </a:xfrm>
            <a:custGeom>
              <a:avLst/>
              <a:gdLst/>
              <a:ahLst/>
              <a:cxnLst/>
              <a:rect l="l" t="t" r="r" b="b"/>
              <a:pathLst>
                <a:path w="295064" h="122317" extrusionOk="0">
                  <a:moveTo>
                    <a:pt x="135730" y="13144"/>
                  </a:moveTo>
                  <a:lnTo>
                    <a:pt x="0" y="92006"/>
                  </a:lnTo>
                  <a:lnTo>
                    <a:pt x="295064" y="122317"/>
                  </a:lnTo>
                  <a:lnTo>
                    <a:pt x="209496" y="0"/>
                  </a:lnTo>
                  <a:close/>
                </a:path>
              </a:pathLst>
            </a:custGeom>
            <a:solidFill>
              <a:schemeClr val="dk2"/>
            </a:solidFill>
            <a:ln>
              <a:noFill/>
            </a:ln>
          </p:spPr>
        </p:sp>
        <p:sp>
          <p:nvSpPr>
            <p:cNvPr id="11" name="Google Shape;11;p2"/>
            <p:cNvSpPr/>
            <p:nvPr/>
          </p:nvSpPr>
          <p:spPr>
            <a:xfrm rot="10800000">
              <a:off x="5072700" y="-857198"/>
              <a:ext cx="6377400" cy="3162248"/>
            </a:xfrm>
            <a:custGeom>
              <a:avLst/>
              <a:gdLst/>
              <a:ahLst/>
              <a:cxnLst/>
              <a:rect l="l" t="t" r="r" b="b"/>
              <a:pathLst>
                <a:path w="255096" h="93884" extrusionOk="0">
                  <a:moveTo>
                    <a:pt x="22532" y="26288"/>
                  </a:moveTo>
                  <a:lnTo>
                    <a:pt x="0" y="93884"/>
                  </a:lnTo>
                  <a:lnTo>
                    <a:pt x="255096" y="81277"/>
                  </a:lnTo>
                  <a:lnTo>
                    <a:pt x="190450" y="0"/>
                  </a:lnTo>
                  <a:close/>
                </a:path>
              </a:pathLst>
            </a:custGeom>
            <a:solidFill>
              <a:schemeClr val="accent2"/>
            </a:solidFill>
            <a:ln>
              <a:noFill/>
            </a:ln>
          </p:spPr>
        </p:sp>
        <p:sp>
          <p:nvSpPr>
            <p:cNvPr id="12" name="Google Shape;12;p2"/>
            <p:cNvSpPr/>
            <p:nvPr/>
          </p:nvSpPr>
          <p:spPr>
            <a:xfrm rot="9529261">
              <a:off x="713148" y="-1005752"/>
              <a:ext cx="7535465" cy="3614695"/>
            </a:xfrm>
            <a:custGeom>
              <a:avLst/>
              <a:gdLst/>
              <a:ahLst/>
              <a:cxnLst/>
              <a:rect l="l" t="t" r="r" b="b"/>
              <a:pathLst>
                <a:path w="267167" h="144581" extrusionOk="0">
                  <a:moveTo>
                    <a:pt x="105150" y="0"/>
                  </a:moveTo>
                  <a:lnTo>
                    <a:pt x="0" y="83959"/>
                  </a:lnTo>
                  <a:lnTo>
                    <a:pt x="179989" y="144581"/>
                  </a:lnTo>
                  <a:lnTo>
                    <a:pt x="267167" y="43991"/>
                  </a:lnTo>
                  <a:close/>
                </a:path>
              </a:pathLst>
            </a:custGeom>
            <a:solidFill>
              <a:schemeClr val="accent1"/>
            </a:solidFill>
            <a:ln>
              <a:noFill/>
            </a:ln>
          </p:spPr>
        </p:sp>
        <p:sp>
          <p:nvSpPr>
            <p:cNvPr id="13" name="Google Shape;13;p2"/>
            <p:cNvSpPr/>
            <p:nvPr/>
          </p:nvSpPr>
          <p:spPr>
            <a:xfrm rot="10800000">
              <a:off x="3414966" y="3788988"/>
              <a:ext cx="7376600" cy="3057925"/>
            </a:xfrm>
            <a:custGeom>
              <a:avLst/>
              <a:gdLst/>
              <a:ahLst/>
              <a:cxnLst/>
              <a:rect l="l" t="t" r="r" b="b"/>
              <a:pathLst>
                <a:path w="295064" h="122317" extrusionOk="0">
                  <a:moveTo>
                    <a:pt x="135730" y="13144"/>
                  </a:moveTo>
                  <a:lnTo>
                    <a:pt x="0" y="92006"/>
                  </a:lnTo>
                  <a:lnTo>
                    <a:pt x="295064" y="122317"/>
                  </a:lnTo>
                  <a:lnTo>
                    <a:pt x="209496" y="0"/>
                  </a:lnTo>
                  <a:close/>
                </a:path>
              </a:pathLst>
            </a:custGeom>
            <a:solidFill>
              <a:schemeClr val="dk2"/>
            </a:solidFill>
            <a:ln>
              <a:noFill/>
            </a:ln>
          </p:spPr>
        </p:sp>
        <p:sp>
          <p:nvSpPr>
            <p:cNvPr id="14" name="Google Shape;14;p2"/>
            <p:cNvSpPr/>
            <p:nvPr/>
          </p:nvSpPr>
          <p:spPr>
            <a:xfrm rot="10800000">
              <a:off x="5210228" y="1584538"/>
              <a:ext cx="6759625" cy="2803100"/>
            </a:xfrm>
            <a:custGeom>
              <a:avLst/>
              <a:gdLst/>
              <a:ahLst/>
              <a:cxnLst/>
              <a:rect l="l" t="t" r="r" b="b"/>
              <a:pathLst>
                <a:path w="270385" h="112124" extrusionOk="0">
                  <a:moveTo>
                    <a:pt x="41308" y="0"/>
                  </a:moveTo>
                  <a:lnTo>
                    <a:pt x="0" y="39431"/>
                  </a:lnTo>
                  <a:lnTo>
                    <a:pt x="88250" y="112124"/>
                  </a:lnTo>
                  <a:lnTo>
                    <a:pt x="270385" y="87715"/>
                  </a:lnTo>
                  <a:close/>
                </a:path>
              </a:pathLst>
            </a:custGeom>
            <a:solidFill>
              <a:schemeClr val="accent3"/>
            </a:solidFill>
            <a:ln>
              <a:noFill/>
            </a:ln>
          </p:spPr>
        </p:sp>
        <p:sp>
          <p:nvSpPr>
            <p:cNvPr id="15" name="Google Shape;15;p2"/>
            <p:cNvSpPr/>
            <p:nvPr/>
          </p:nvSpPr>
          <p:spPr>
            <a:xfrm>
              <a:off x="1010725" y="3448050"/>
              <a:ext cx="5666300" cy="3023675"/>
            </a:xfrm>
            <a:custGeom>
              <a:avLst/>
              <a:gdLst/>
              <a:ahLst/>
              <a:cxnLst/>
              <a:rect l="l" t="t" r="r" b="b"/>
              <a:pathLst>
                <a:path w="226652" h="120947" extrusionOk="0">
                  <a:moveTo>
                    <a:pt x="226652" y="9525"/>
                  </a:moveTo>
                  <a:lnTo>
                    <a:pt x="170264" y="0"/>
                  </a:lnTo>
                  <a:lnTo>
                    <a:pt x="75011" y="13734"/>
                  </a:lnTo>
                  <a:lnTo>
                    <a:pt x="0" y="120947"/>
                  </a:lnTo>
                  <a:lnTo>
                    <a:pt x="173873" y="109036"/>
                  </a:lnTo>
                  <a:close/>
                </a:path>
              </a:pathLst>
            </a:custGeom>
            <a:solidFill>
              <a:schemeClr val="accent2"/>
            </a:solidFill>
            <a:ln>
              <a:noFill/>
            </a:ln>
          </p:spPr>
        </p:sp>
        <p:sp>
          <p:nvSpPr>
            <p:cNvPr id="16" name="Google Shape;16;p2"/>
            <p:cNvSpPr/>
            <p:nvPr/>
          </p:nvSpPr>
          <p:spPr>
            <a:xfrm rot="-9131884">
              <a:off x="-3053187" y="2383397"/>
              <a:ext cx="6039861" cy="3902927"/>
            </a:xfrm>
            <a:custGeom>
              <a:avLst/>
              <a:gdLst/>
              <a:ahLst/>
              <a:cxnLst/>
              <a:rect l="l" t="t" r="r" b="b"/>
              <a:pathLst>
                <a:path w="96774" h="129921" extrusionOk="0">
                  <a:moveTo>
                    <a:pt x="38862" y="0"/>
                  </a:moveTo>
                  <a:lnTo>
                    <a:pt x="0" y="42291"/>
                  </a:lnTo>
                  <a:lnTo>
                    <a:pt x="19431" y="129921"/>
                  </a:lnTo>
                  <a:lnTo>
                    <a:pt x="96774" y="25527"/>
                  </a:lnTo>
                  <a:close/>
                </a:path>
              </a:pathLst>
            </a:custGeom>
            <a:solidFill>
              <a:schemeClr val="accent1"/>
            </a:solidFill>
            <a:ln>
              <a:noFill/>
            </a:ln>
          </p:spPr>
        </p:sp>
        <p:sp>
          <p:nvSpPr>
            <p:cNvPr id="17" name="Google Shape;17;p2"/>
            <p:cNvSpPr/>
            <p:nvPr/>
          </p:nvSpPr>
          <p:spPr>
            <a:xfrm>
              <a:off x="6450013" y="3038452"/>
              <a:ext cx="4474575" cy="1733550"/>
            </a:xfrm>
            <a:custGeom>
              <a:avLst/>
              <a:gdLst/>
              <a:ahLst/>
              <a:cxnLst/>
              <a:rect l="l" t="t" r="r" b="b"/>
              <a:pathLst>
                <a:path w="178983" h="69342" extrusionOk="0">
                  <a:moveTo>
                    <a:pt x="118404" y="69342"/>
                  </a:moveTo>
                  <a:lnTo>
                    <a:pt x="178983" y="0"/>
                  </a:lnTo>
                  <a:lnTo>
                    <a:pt x="2580" y="4572"/>
                  </a:lnTo>
                  <a:lnTo>
                    <a:pt x="0" y="54683"/>
                  </a:lnTo>
                  <a:close/>
                </a:path>
              </a:pathLst>
            </a:custGeom>
            <a:solidFill>
              <a:schemeClr val="accent1"/>
            </a:solidFill>
            <a:ln>
              <a:noFill/>
            </a:ln>
          </p:spPr>
        </p:sp>
        <p:sp>
          <p:nvSpPr>
            <p:cNvPr id="18" name="Google Shape;18;p2"/>
            <p:cNvSpPr/>
            <p:nvPr/>
          </p:nvSpPr>
          <p:spPr>
            <a:xfrm rot="10800000">
              <a:off x="-2304992" y="-254110"/>
              <a:ext cx="5000565" cy="2559160"/>
            </a:xfrm>
            <a:custGeom>
              <a:avLst/>
              <a:gdLst/>
              <a:ahLst/>
              <a:cxnLst/>
              <a:rect l="l" t="t" r="r" b="b"/>
              <a:pathLst>
                <a:path w="88011" h="60579" extrusionOk="0">
                  <a:moveTo>
                    <a:pt x="0" y="55245"/>
                  </a:moveTo>
                  <a:lnTo>
                    <a:pt x="11049" y="4572"/>
                  </a:lnTo>
                  <a:lnTo>
                    <a:pt x="56007" y="0"/>
                  </a:lnTo>
                  <a:lnTo>
                    <a:pt x="88011" y="60579"/>
                  </a:lnTo>
                  <a:close/>
                </a:path>
              </a:pathLst>
            </a:custGeom>
            <a:solidFill>
              <a:schemeClr val="accent3"/>
            </a:solidFill>
            <a:ln>
              <a:noFill/>
            </a:ln>
          </p:spPr>
        </p:sp>
      </p:grpSp>
      <p:sp>
        <p:nvSpPr>
          <p:cNvPr id="19" name="Google Shape;19;p2"/>
          <p:cNvSpPr/>
          <p:nvPr/>
        </p:nvSpPr>
        <p:spPr>
          <a:xfrm>
            <a:off x="466650" y="367400"/>
            <a:ext cx="8309039" cy="4408874"/>
          </a:xfrm>
          <a:custGeom>
            <a:avLst/>
            <a:gdLst/>
            <a:ahLst/>
            <a:cxnLst/>
            <a:rect l="l" t="t" r="r" b="b"/>
            <a:pathLst>
              <a:path w="320040" h="169817" extrusionOk="0">
                <a:moveTo>
                  <a:pt x="0" y="0"/>
                </a:moveTo>
                <a:lnTo>
                  <a:pt x="1633" y="167531"/>
                </a:lnTo>
                <a:lnTo>
                  <a:pt x="320040" y="169817"/>
                </a:lnTo>
                <a:lnTo>
                  <a:pt x="310243" y="4246"/>
                </a:lnTo>
                <a:close/>
              </a:path>
            </a:pathLst>
          </a:custGeom>
          <a:solidFill>
            <a:srgbClr val="F3F3F3"/>
          </a:solidFill>
          <a:ln w="38100" cap="flat" cmpd="sng">
            <a:solidFill>
              <a:srgbClr val="ECE6D6"/>
            </a:solidFill>
            <a:prstDash val="solid"/>
            <a:miter lim="8000"/>
            <a:headEnd type="none" w="med" len="med"/>
            <a:tailEnd type="none" w="med" len="med"/>
          </a:ln>
        </p:spPr>
      </p:sp>
      <p:sp>
        <p:nvSpPr>
          <p:cNvPr id="20" name="Google Shape;20;p2"/>
          <p:cNvSpPr txBox="1">
            <a:spLocks noGrp="1"/>
          </p:cNvSpPr>
          <p:nvPr>
            <p:ph type="ctrTitle"/>
          </p:nvPr>
        </p:nvSpPr>
        <p:spPr>
          <a:xfrm>
            <a:off x="713225" y="745275"/>
            <a:ext cx="5796600" cy="2257800"/>
          </a:xfrm>
          <a:prstGeom prst="rect">
            <a:avLst/>
          </a:prstGeom>
        </p:spPr>
        <p:txBody>
          <a:bodyPr spcFirstLastPara="1" wrap="square" lIns="91425" tIns="91425" rIns="91425" bIns="91425" anchor="ctr" anchorCtr="0">
            <a:noAutofit/>
          </a:bodyPr>
          <a:lstStyle>
            <a:lvl1pPr lvl="0">
              <a:spcBef>
                <a:spcPts val="0"/>
              </a:spcBef>
              <a:spcAft>
                <a:spcPts val="0"/>
              </a:spcAft>
              <a:buSzPts val="5200"/>
              <a:buNone/>
              <a:defRPr sz="5200">
                <a:solidFill>
                  <a:srgbClr val="2A2A2A"/>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21" name="Google Shape;21;p2"/>
          <p:cNvSpPr txBox="1">
            <a:spLocks noGrp="1"/>
          </p:cNvSpPr>
          <p:nvPr>
            <p:ph type="subTitle" idx="1"/>
          </p:nvPr>
        </p:nvSpPr>
        <p:spPr>
          <a:xfrm>
            <a:off x="713225" y="3974475"/>
            <a:ext cx="4283400" cy="4530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22" name="Google Shape;22;p2"/>
          <p:cNvSpPr txBox="1">
            <a:spLocks noGrp="1"/>
          </p:cNvSpPr>
          <p:nvPr>
            <p:ph type="title" idx="2"/>
          </p:nvPr>
        </p:nvSpPr>
        <p:spPr>
          <a:xfrm>
            <a:off x="713225" y="3003075"/>
            <a:ext cx="7717500" cy="971400"/>
          </a:xfrm>
          <a:prstGeom prst="rect">
            <a:avLst/>
          </a:prstGeom>
        </p:spPr>
        <p:txBody>
          <a:bodyPr spcFirstLastPara="1" wrap="square" lIns="91425" tIns="91425" rIns="91425" bIns="91425" anchor="ctr" anchorCtr="0">
            <a:noAutofit/>
          </a:bodyPr>
          <a:lstStyle>
            <a:lvl1pPr lvl="0">
              <a:spcBef>
                <a:spcPts val="0"/>
              </a:spcBef>
              <a:spcAft>
                <a:spcPts val="0"/>
              </a:spcAft>
              <a:buSzPts val="3200"/>
              <a:buNone/>
              <a:defRPr>
                <a:solidFill>
                  <a:srgbClr val="2A2A2A"/>
                </a:solidFill>
                <a:latin typeface="Vollkorn"/>
                <a:ea typeface="Vollkorn"/>
                <a:cs typeface="Vollkorn"/>
                <a:sym typeface="Vollkorn"/>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3" name="Google Shape;23;p2"/>
          <p:cNvSpPr txBox="1">
            <a:spLocks noGrp="1"/>
          </p:cNvSpPr>
          <p:nvPr>
            <p:ph type="subTitle" idx="3"/>
          </p:nvPr>
        </p:nvSpPr>
        <p:spPr>
          <a:xfrm>
            <a:off x="6529850" y="854850"/>
            <a:ext cx="1801500" cy="453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800"/>
              <a:buNone/>
              <a:defRPr sz="2400">
                <a:solidFill>
                  <a:schemeClr val="lt1"/>
                </a:solidFill>
                <a:latin typeface="Vollkorn Black"/>
                <a:ea typeface="Vollkorn Black"/>
                <a:cs typeface="Vollkorn Black"/>
                <a:sym typeface="Vollkorn Black"/>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4"/>
        <p:cNvGrpSpPr/>
        <p:nvPr/>
      </p:nvGrpSpPr>
      <p:grpSpPr>
        <a:xfrm>
          <a:off x="0" y="0"/>
          <a:ext cx="0" cy="0"/>
          <a:chOff x="0" y="0"/>
          <a:chExt cx="0" cy="0"/>
        </a:xfrm>
      </p:grpSpPr>
      <p:grpSp>
        <p:nvGrpSpPr>
          <p:cNvPr id="25" name="Google Shape;25;p3"/>
          <p:cNvGrpSpPr/>
          <p:nvPr/>
        </p:nvGrpSpPr>
        <p:grpSpPr>
          <a:xfrm>
            <a:off x="-3671550" y="-1219200"/>
            <a:ext cx="15406091" cy="8020050"/>
            <a:chOff x="-3671550" y="-1371600"/>
            <a:chExt cx="15406091" cy="8020050"/>
          </a:xfrm>
        </p:grpSpPr>
        <p:sp>
          <p:nvSpPr>
            <p:cNvPr id="26" name="Google Shape;26;p3"/>
            <p:cNvSpPr/>
            <p:nvPr/>
          </p:nvSpPr>
          <p:spPr>
            <a:xfrm rot="10800000">
              <a:off x="-2472809" y="-941450"/>
              <a:ext cx="7376600" cy="3057925"/>
            </a:xfrm>
            <a:custGeom>
              <a:avLst/>
              <a:gdLst/>
              <a:ahLst/>
              <a:cxnLst/>
              <a:rect l="l" t="t" r="r" b="b"/>
              <a:pathLst>
                <a:path w="295064" h="122317" extrusionOk="0">
                  <a:moveTo>
                    <a:pt x="135730" y="13144"/>
                  </a:moveTo>
                  <a:lnTo>
                    <a:pt x="0" y="92006"/>
                  </a:lnTo>
                  <a:lnTo>
                    <a:pt x="295064" y="122317"/>
                  </a:lnTo>
                  <a:lnTo>
                    <a:pt x="209496" y="0"/>
                  </a:lnTo>
                  <a:close/>
                </a:path>
              </a:pathLst>
            </a:custGeom>
            <a:solidFill>
              <a:schemeClr val="dk2"/>
            </a:solidFill>
            <a:ln>
              <a:noFill/>
            </a:ln>
          </p:spPr>
        </p:sp>
        <p:sp>
          <p:nvSpPr>
            <p:cNvPr id="27" name="Google Shape;27;p3"/>
            <p:cNvSpPr/>
            <p:nvPr/>
          </p:nvSpPr>
          <p:spPr>
            <a:xfrm>
              <a:off x="2597250" y="495825"/>
              <a:ext cx="7435950" cy="5322000"/>
            </a:xfrm>
            <a:custGeom>
              <a:avLst/>
              <a:gdLst/>
              <a:ahLst/>
              <a:cxnLst/>
              <a:rect l="l" t="t" r="r" b="b"/>
              <a:pathLst>
                <a:path w="297438" h="212880" extrusionOk="0">
                  <a:moveTo>
                    <a:pt x="290862" y="212880"/>
                  </a:moveTo>
                  <a:lnTo>
                    <a:pt x="297438" y="75384"/>
                  </a:lnTo>
                  <a:lnTo>
                    <a:pt x="0" y="0"/>
                  </a:lnTo>
                  <a:lnTo>
                    <a:pt x="59178" y="188193"/>
                  </a:lnTo>
                  <a:close/>
                </a:path>
              </a:pathLst>
            </a:custGeom>
            <a:solidFill>
              <a:schemeClr val="lt2"/>
            </a:solidFill>
            <a:ln>
              <a:noFill/>
            </a:ln>
          </p:spPr>
        </p:sp>
        <p:sp>
          <p:nvSpPr>
            <p:cNvPr id="28" name="Google Shape;28;p3"/>
            <p:cNvSpPr/>
            <p:nvPr/>
          </p:nvSpPr>
          <p:spPr>
            <a:xfrm>
              <a:off x="1853250" y="2365525"/>
              <a:ext cx="6377400" cy="1689900"/>
            </a:xfrm>
            <a:custGeom>
              <a:avLst/>
              <a:gdLst/>
              <a:ahLst/>
              <a:cxnLst/>
              <a:rect l="l" t="t" r="r" b="b"/>
              <a:pathLst>
                <a:path w="255096" h="67596" extrusionOk="0">
                  <a:moveTo>
                    <a:pt x="232564" y="67596"/>
                  </a:moveTo>
                  <a:lnTo>
                    <a:pt x="255096" y="0"/>
                  </a:lnTo>
                  <a:lnTo>
                    <a:pt x="0" y="12607"/>
                  </a:lnTo>
                  <a:lnTo>
                    <a:pt x="68364" y="37205"/>
                  </a:lnTo>
                  <a:close/>
                </a:path>
              </a:pathLst>
            </a:custGeom>
            <a:solidFill>
              <a:schemeClr val="accent2"/>
            </a:solidFill>
            <a:ln>
              <a:noFill/>
            </a:ln>
          </p:spPr>
        </p:sp>
        <p:sp>
          <p:nvSpPr>
            <p:cNvPr id="29" name="Google Shape;29;p3"/>
            <p:cNvSpPr/>
            <p:nvPr/>
          </p:nvSpPr>
          <p:spPr>
            <a:xfrm rot="10800000">
              <a:off x="1979615" y="-137400"/>
              <a:ext cx="7435926" cy="3614525"/>
            </a:xfrm>
            <a:custGeom>
              <a:avLst/>
              <a:gdLst/>
              <a:ahLst/>
              <a:cxnLst/>
              <a:rect l="l" t="t" r="r" b="b"/>
              <a:pathLst>
                <a:path w="267167" h="144581" extrusionOk="0">
                  <a:moveTo>
                    <a:pt x="105150" y="0"/>
                  </a:moveTo>
                  <a:lnTo>
                    <a:pt x="0" y="83959"/>
                  </a:lnTo>
                  <a:lnTo>
                    <a:pt x="179989" y="144581"/>
                  </a:lnTo>
                  <a:lnTo>
                    <a:pt x="267167" y="43991"/>
                  </a:lnTo>
                  <a:close/>
                </a:path>
              </a:pathLst>
            </a:custGeom>
            <a:solidFill>
              <a:schemeClr val="accent1"/>
            </a:solidFill>
            <a:ln>
              <a:noFill/>
            </a:ln>
          </p:spPr>
        </p:sp>
        <p:sp>
          <p:nvSpPr>
            <p:cNvPr id="30" name="Google Shape;30;p3"/>
            <p:cNvSpPr/>
            <p:nvPr/>
          </p:nvSpPr>
          <p:spPr>
            <a:xfrm rot="10800000">
              <a:off x="4357941" y="140913"/>
              <a:ext cx="7376600" cy="3057925"/>
            </a:xfrm>
            <a:custGeom>
              <a:avLst/>
              <a:gdLst/>
              <a:ahLst/>
              <a:cxnLst/>
              <a:rect l="l" t="t" r="r" b="b"/>
              <a:pathLst>
                <a:path w="295064" h="122317" extrusionOk="0">
                  <a:moveTo>
                    <a:pt x="135730" y="13144"/>
                  </a:moveTo>
                  <a:lnTo>
                    <a:pt x="0" y="92006"/>
                  </a:lnTo>
                  <a:lnTo>
                    <a:pt x="295064" y="122317"/>
                  </a:lnTo>
                  <a:lnTo>
                    <a:pt x="209496" y="0"/>
                  </a:lnTo>
                  <a:close/>
                </a:path>
              </a:pathLst>
            </a:custGeom>
            <a:solidFill>
              <a:schemeClr val="dk2"/>
            </a:solidFill>
            <a:ln>
              <a:noFill/>
            </a:ln>
          </p:spPr>
        </p:sp>
        <p:sp>
          <p:nvSpPr>
            <p:cNvPr id="31" name="Google Shape;31;p3"/>
            <p:cNvSpPr/>
            <p:nvPr/>
          </p:nvSpPr>
          <p:spPr>
            <a:xfrm>
              <a:off x="3067050" y="3219450"/>
              <a:ext cx="8210550" cy="3257550"/>
            </a:xfrm>
            <a:custGeom>
              <a:avLst/>
              <a:gdLst/>
              <a:ahLst/>
              <a:cxnLst/>
              <a:rect l="l" t="t" r="r" b="b"/>
              <a:pathLst>
                <a:path w="328422" h="130302" extrusionOk="0">
                  <a:moveTo>
                    <a:pt x="183756" y="108204"/>
                  </a:moveTo>
                  <a:lnTo>
                    <a:pt x="271272" y="130302"/>
                  </a:lnTo>
                  <a:lnTo>
                    <a:pt x="328422" y="0"/>
                  </a:lnTo>
                  <a:lnTo>
                    <a:pt x="0" y="2286"/>
                  </a:lnTo>
                  <a:close/>
                </a:path>
              </a:pathLst>
            </a:custGeom>
            <a:solidFill>
              <a:schemeClr val="accent3"/>
            </a:solidFill>
            <a:ln>
              <a:noFill/>
            </a:ln>
          </p:spPr>
        </p:sp>
        <p:sp>
          <p:nvSpPr>
            <p:cNvPr id="32" name="Google Shape;32;p3"/>
            <p:cNvSpPr/>
            <p:nvPr/>
          </p:nvSpPr>
          <p:spPr>
            <a:xfrm rot="10800000">
              <a:off x="-393284" y="-571700"/>
              <a:ext cx="4526550" cy="1850850"/>
            </a:xfrm>
            <a:custGeom>
              <a:avLst/>
              <a:gdLst/>
              <a:ahLst/>
              <a:cxnLst/>
              <a:rect l="l" t="t" r="r" b="b"/>
              <a:pathLst>
                <a:path w="181062" h="74034" extrusionOk="0">
                  <a:moveTo>
                    <a:pt x="146995" y="0"/>
                  </a:moveTo>
                  <a:lnTo>
                    <a:pt x="0" y="19581"/>
                  </a:lnTo>
                  <a:lnTo>
                    <a:pt x="29238" y="74034"/>
                  </a:lnTo>
                  <a:lnTo>
                    <a:pt x="181062" y="71620"/>
                  </a:lnTo>
                  <a:close/>
                </a:path>
              </a:pathLst>
            </a:custGeom>
            <a:solidFill>
              <a:schemeClr val="lt2"/>
            </a:solidFill>
            <a:ln>
              <a:noFill/>
            </a:ln>
          </p:spPr>
        </p:sp>
        <p:sp>
          <p:nvSpPr>
            <p:cNvPr id="33" name="Google Shape;33;p3"/>
            <p:cNvSpPr/>
            <p:nvPr/>
          </p:nvSpPr>
          <p:spPr>
            <a:xfrm rot="10800000">
              <a:off x="1700291" y="-1206200"/>
              <a:ext cx="3581400" cy="2638425"/>
            </a:xfrm>
            <a:custGeom>
              <a:avLst/>
              <a:gdLst/>
              <a:ahLst/>
              <a:cxnLst/>
              <a:rect l="l" t="t" r="r" b="b"/>
              <a:pathLst>
                <a:path w="143256" h="105537" extrusionOk="0">
                  <a:moveTo>
                    <a:pt x="78867" y="4191"/>
                  </a:moveTo>
                  <a:lnTo>
                    <a:pt x="24765" y="0"/>
                  </a:lnTo>
                  <a:lnTo>
                    <a:pt x="0" y="91059"/>
                  </a:lnTo>
                  <a:lnTo>
                    <a:pt x="143256" y="105537"/>
                  </a:lnTo>
                  <a:close/>
                </a:path>
              </a:pathLst>
            </a:custGeom>
            <a:solidFill>
              <a:schemeClr val="dk2"/>
            </a:solidFill>
            <a:ln>
              <a:noFill/>
            </a:ln>
          </p:spPr>
        </p:sp>
        <p:sp>
          <p:nvSpPr>
            <p:cNvPr id="34" name="Google Shape;34;p3"/>
            <p:cNvSpPr/>
            <p:nvPr/>
          </p:nvSpPr>
          <p:spPr>
            <a:xfrm>
              <a:off x="-3671550" y="2641425"/>
              <a:ext cx="7710150" cy="2502075"/>
            </a:xfrm>
            <a:custGeom>
              <a:avLst/>
              <a:gdLst/>
              <a:ahLst/>
              <a:cxnLst/>
              <a:rect l="l" t="t" r="r" b="b"/>
              <a:pathLst>
                <a:path w="308406" h="100083" extrusionOk="0">
                  <a:moveTo>
                    <a:pt x="308406" y="100083"/>
                  </a:moveTo>
                  <a:lnTo>
                    <a:pt x="304596" y="20835"/>
                  </a:lnTo>
                  <a:lnTo>
                    <a:pt x="67229" y="0"/>
                  </a:lnTo>
                  <a:lnTo>
                    <a:pt x="0" y="32766"/>
                  </a:lnTo>
                  <a:lnTo>
                    <a:pt x="119140" y="97536"/>
                  </a:lnTo>
                  <a:close/>
                </a:path>
              </a:pathLst>
            </a:custGeom>
            <a:solidFill>
              <a:schemeClr val="accent1"/>
            </a:solidFill>
            <a:ln>
              <a:noFill/>
            </a:ln>
          </p:spPr>
        </p:sp>
        <p:sp>
          <p:nvSpPr>
            <p:cNvPr id="35" name="Google Shape;35;p3"/>
            <p:cNvSpPr/>
            <p:nvPr/>
          </p:nvSpPr>
          <p:spPr>
            <a:xfrm rot="10800000">
              <a:off x="4252930" y="-941310"/>
              <a:ext cx="6548420" cy="2979660"/>
            </a:xfrm>
            <a:custGeom>
              <a:avLst/>
              <a:gdLst/>
              <a:ahLst/>
              <a:cxnLst/>
              <a:rect l="l" t="t" r="r" b="b"/>
              <a:pathLst>
                <a:path w="374142" h="163068" extrusionOk="0">
                  <a:moveTo>
                    <a:pt x="70104" y="75438"/>
                  </a:moveTo>
                  <a:lnTo>
                    <a:pt x="0" y="107823"/>
                  </a:lnTo>
                  <a:lnTo>
                    <a:pt x="224790" y="163068"/>
                  </a:lnTo>
                  <a:lnTo>
                    <a:pt x="374142" y="144018"/>
                  </a:lnTo>
                  <a:lnTo>
                    <a:pt x="230124" y="0"/>
                  </a:lnTo>
                  <a:close/>
                </a:path>
              </a:pathLst>
            </a:custGeom>
            <a:solidFill>
              <a:schemeClr val="accent2"/>
            </a:solidFill>
            <a:ln>
              <a:noFill/>
            </a:ln>
          </p:spPr>
        </p:sp>
        <p:sp>
          <p:nvSpPr>
            <p:cNvPr id="36" name="Google Shape;36;p3"/>
            <p:cNvSpPr/>
            <p:nvPr/>
          </p:nvSpPr>
          <p:spPr>
            <a:xfrm rot="10800000">
              <a:off x="-138034" y="3127200"/>
              <a:ext cx="4572000" cy="2209800"/>
            </a:xfrm>
            <a:custGeom>
              <a:avLst/>
              <a:gdLst/>
              <a:ahLst/>
              <a:cxnLst/>
              <a:rect l="l" t="t" r="r" b="b"/>
              <a:pathLst>
                <a:path w="182880" h="88392" extrusionOk="0">
                  <a:moveTo>
                    <a:pt x="109728" y="0"/>
                  </a:moveTo>
                  <a:lnTo>
                    <a:pt x="0" y="47244"/>
                  </a:lnTo>
                  <a:lnTo>
                    <a:pt x="107442" y="88392"/>
                  </a:lnTo>
                  <a:lnTo>
                    <a:pt x="182880" y="57912"/>
                  </a:lnTo>
                  <a:close/>
                </a:path>
              </a:pathLst>
            </a:custGeom>
            <a:solidFill>
              <a:schemeClr val="accent2"/>
            </a:solidFill>
            <a:ln>
              <a:noFill/>
            </a:ln>
          </p:spPr>
        </p:sp>
        <p:sp>
          <p:nvSpPr>
            <p:cNvPr id="37" name="Google Shape;37;p3"/>
            <p:cNvSpPr/>
            <p:nvPr/>
          </p:nvSpPr>
          <p:spPr>
            <a:xfrm rot="10800000">
              <a:off x="3920166" y="-981187"/>
              <a:ext cx="2419350" cy="3248025"/>
            </a:xfrm>
            <a:custGeom>
              <a:avLst/>
              <a:gdLst/>
              <a:ahLst/>
              <a:cxnLst/>
              <a:rect l="l" t="t" r="r" b="b"/>
              <a:pathLst>
                <a:path w="96774" h="129921" extrusionOk="0">
                  <a:moveTo>
                    <a:pt x="38862" y="0"/>
                  </a:moveTo>
                  <a:lnTo>
                    <a:pt x="0" y="42291"/>
                  </a:lnTo>
                  <a:lnTo>
                    <a:pt x="19431" y="129921"/>
                  </a:lnTo>
                  <a:lnTo>
                    <a:pt x="96774" y="25527"/>
                  </a:lnTo>
                  <a:close/>
                </a:path>
              </a:pathLst>
            </a:custGeom>
            <a:solidFill>
              <a:schemeClr val="accent1"/>
            </a:solidFill>
            <a:ln>
              <a:noFill/>
            </a:ln>
          </p:spPr>
        </p:sp>
        <p:sp>
          <p:nvSpPr>
            <p:cNvPr id="38" name="Google Shape;38;p3"/>
            <p:cNvSpPr/>
            <p:nvPr/>
          </p:nvSpPr>
          <p:spPr>
            <a:xfrm>
              <a:off x="-3486150" y="3336750"/>
              <a:ext cx="6338975" cy="3311700"/>
            </a:xfrm>
            <a:custGeom>
              <a:avLst/>
              <a:gdLst/>
              <a:ahLst/>
              <a:cxnLst/>
              <a:rect l="l" t="t" r="r" b="b"/>
              <a:pathLst>
                <a:path w="253559" h="132468" extrusionOk="0">
                  <a:moveTo>
                    <a:pt x="253559" y="80010"/>
                  </a:moveTo>
                  <a:lnTo>
                    <a:pt x="148403" y="12192"/>
                  </a:lnTo>
                  <a:lnTo>
                    <a:pt x="26864" y="0"/>
                  </a:lnTo>
                  <a:lnTo>
                    <a:pt x="0" y="132468"/>
                  </a:lnTo>
                  <a:close/>
                </a:path>
              </a:pathLst>
            </a:custGeom>
            <a:solidFill>
              <a:schemeClr val="dk2"/>
            </a:solidFill>
            <a:ln>
              <a:noFill/>
            </a:ln>
          </p:spPr>
        </p:sp>
        <p:sp>
          <p:nvSpPr>
            <p:cNvPr id="39" name="Google Shape;39;p3"/>
            <p:cNvSpPr/>
            <p:nvPr/>
          </p:nvSpPr>
          <p:spPr>
            <a:xfrm rot="10800000">
              <a:off x="-1081009" y="1432225"/>
              <a:ext cx="1924050" cy="2457450"/>
            </a:xfrm>
            <a:custGeom>
              <a:avLst/>
              <a:gdLst/>
              <a:ahLst/>
              <a:cxnLst/>
              <a:rect l="l" t="t" r="r" b="b"/>
              <a:pathLst>
                <a:path w="76962" h="98298" extrusionOk="0">
                  <a:moveTo>
                    <a:pt x="47625" y="0"/>
                  </a:moveTo>
                  <a:lnTo>
                    <a:pt x="43434" y="2667"/>
                  </a:lnTo>
                  <a:lnTo>
                    <a:pt x="0" y="55626"/>
                  </a:lnTo>
                  <a:lnTo>
                    <a:pt x="52959" y="98298"/>
                  </a:lnTo>
                  <a:lnTo>
                    <a:pt x="76962" y="19431"/>
                  </a:lnTo>
                  <a:close/>
                </a:path>
              </a:pathLst>
            </a:custGeom>
            <a:solidFill>
              <a:schemeClr val="lt2"/>
            </a:solidFill>
            <a:ln>
              <a:noFill/>
            </a:ln>
          </p:spPr>
        </p:sp>
        <p:sp>
          <p:nvSpPr>
            <p:cNvPr id="40" name="Google Shape;40;p3"/>
            <p:cNvSpPr/>
            <p:nvPr/>
          </p:nvSpPr>
          <p:spPr>
            <a:xfrm rot="10800000">
              <a:off x="-3005059" y="803088"/>
              <a:ext cx="4410075" cy="1733550"/>
            </a:xfrm>
            <a:custGeom>
              <a:avLst/>
              <a:gdLst/>
              <a:ahLst/>
              <a:cxnLst/>
              <a:rect l="l" t="t" r="r" b="b"/>
              <a:pathLst>
                <a:path w="176403" h="69342" extrusionOk="0">
                  <a:moveTo>
                    <a:pt x="60579" y="0"/>
                  </a:moveTo>
                  <a:lnTo>
                    <a:pt x="0" y="69342"/>
                  </a:lnTo>
                  <a:lnTo>
                    <a:pt x="176403" y="64770"/>
                  </a:lnTo>
                  <a:lnTo>
                    <a:pt x="97155" y="6096"/>
                  </a:lnTo>
                  <a:close/>
                </a:path>
              </a:pathLst>
            </a:custGeom>
            <a:solidFill>
              <a:schemeClr val="accent1"/>
            </a:solidFill>
            <a:ln>
              <a:noFill/>
            </a:ln>
          </p:spPr>
        </p:sp>
        <p:sp>
          <p:nvSpPr>
            <p:cNvPr id="41" name="Google Shape;41;p3"/>
            <p:cNvSpPr/>
            <p:nvPr/>
          </p:nvSpPr>
          <p:spPr>
            <a:xfrm rot="10800000">
              <a:off x="-2328784" y="1812775"/>
              <a:ext cx="4572000" cy="2209800"/>
            </a:xfrm>
            <a:custGeom>
              <a:avLst/>
              <a:gdLst/>
              <a:ahLst/>
              <a:cxnLst/>
              <a:rect l="l" t="t" r="r" b="b"/>
              <a:pathLst>
                <a:path w="182880" h="88392" extrusionOk="0">
                  <a:moveTo>
                    <a:pt x="109728" y="0"/>
                  </a:moveTo>
                  <a:lnTo>
                    <a:pt x="0" y="47244"/>
                  </a:lnTo>
                  <a:lnTo>
                    <a:pt x="107442" y="88392"/>
                  </a:lnTo>
                  <a:lnTo>
                    <a:pt x="182880" y="57912"/>
                  </a:lnTo>
                  <a:close/>
                </a:path>
              </a:pathLst>
            </a:custGeom>
            <a:solidFill>
              <a:schemeClr val="accent2"/>
            </a:solidFill>
            <a:ln>
              <a:noFill/>
            </a:ln>
          </p:spPr>
        </p:sp>
        <p:sp>
          <p:nvSpPr>
            <p:cNvPr id="42" name="Google Shape;42;p3"/>
            <p:cNvSpPr/>
            <p:nvPr/>
          </p:nvSpPr>
          <p:spPr>
            <a:xfrm rot="10800000">
              <a:off x="-276809" y="631988"/>
              <a:ext cx="4410075" cy="1733550"/>
            </a:xfrm>
            <a:custGeom>
              <a:avLst/>
              <a:gdLst/>
              <a:ahLst/>
              <a:cxnLst/>
              <a:rect l="l" t="t" r="r" b="b"/>
              <a:pathLst>
                <a:path w="176403" h="69342" extrusionOk="0">
                  <a:moveTo>
                    <a:pt x="60579" y="0"/>
                  </a:moveTo>
                  <a:lnTo>
                    <a:pt x="0" y="69342"/>
                  </a:lnTo>
                  <a:lnTo>
                    <a:pt x="176403" y="64770"/>
                  </a:lnTo>
                  <a:lnTo>
                    <a:pt x="97155" y="6096"/>
                  </a:lnTo>
                  <a:close/>
                </a:path>
              </a:pathLst>
            </a:custGeom>
            <a:solidFill>
              <a:schemeClr val="accent1"/>
            </a:solidFill>
            <a:ln>
              <a:noFill/>
            </a:ln>
          </p:spPr>
        </p:sp>
        <p:sp>
          <p:nvSpPr>
            <p:cNvPr id="43" name="Google Shape;43;p3"/>
            <p:cNvSpPr/>
            <p:nvPr/>
          </p:nvSpPr>
          <p:spPr>
            <a:xfrm>
              <a:off x="3200400" y="-1371600"/>
              <a:ext cx="4057650" cy="2362200"/>
            </a:xfrm>
            <a:custGeom>
              <a:avLst/>
              <a:gdLst/>
              <a:ahLst/>
              <a:cxnLst/>
              <a:rect l="l" t="t" r="r" b="b"/>
              <a:pathLst>
                <a:path w="162306" h="94488" extrusionOk="0">
                  <a:moveTo>
                    <a:pt x="117348" y="0"/>
                  </a:moveTo>
                  <a:lnTo>
                    <a:pt x="162306" y="87630"/>
                  </a:lnTo>
                  <a:lnTo>
                    <a:pt x="0" y="94488"/>
                  </a:lnTo>
                  <a:lnTo>
                    <a:pt x="9719" y="3168"/>
                  </a:lnTo>
                  <a:close/>
                </a:path>
              </a:pathLst>
            </a:custGeom>
            <a:solidFill>
              <a:schemeClr val="accent3"/>
            </a:solidFill>
            <a:ln>
              <a:noFill/>
            </a:ln>
          </p:spPr>
        </p:sp>
        <p:sp>
          <p:nvSpPr>
            <p:cNvPr id="44" name="Google Shape;44;p3"/>
            <p:cNvSpPr/>
            <p:nvPr/>
          </p:nvSpPr>
          <p:spPr>
            <a:xfrm rot="10800000">
              <a:off x="-527059" y="1626271"/>
              <a:ext cx="4526550" cy="2263404"/>
            </a:xfrm>
            <a:custGeom>
              <a:avLst/>
              <a:gdLst/>
              <a:ahLst/>
              <a:cxnLst/>
              <a:rect l="l" t="t" r="r" b="b"/>
              <a:pathLst>
                <a:path w="181062" h="74034" extrusionOk="0">
                  <a:moveTo>
                    <a:pt x="146995" y="0"/>
                  </a:moveTo>
                  <a:lnTo>
                    <a:pt x="0" y="19581"/>
                  </a:lnTo>
                  <a:lnTo>
                    <a:pt x="29238" y="74034"/>
                  </a:lnTo>
                  <a:lnTo>
                    <a:pt x="181062" y="71620"/>
                  </a:lnTo>
                  <a:close/>
                </a:path>
              </a:pathLst>
            </a:custGeom>
            <a:solidFill>
              <a:schemeClr val="lt2"/>
            </a:solidFill>
            <a:ln>
              <a:noFill/>
            </a:ln>
          </p:spPr>
        </p:sp>
      </p:grpSp>
      <p:sp>
        <p:nvSpPr>
          <p:cNvPr id="45" name="Google Shape;45;p3"/>
          <p:cNvSpPr/>
          <p:nvPr/>
        </p:nvSpPr>
        <p:spPr>
          <a:xfrm>
            <a:off x="455488" y="498350"/>
            <a:ext cx="8233029" cy="4197452"/>
          </a:xfrm>
          <a:custGeom>
            <a:avLst/>
            <a:gdLst/>
            <a:ahLst/>
            <a:cxnLst/>
            <a:rect l="l" t="t" r="r" b="b"/>
            <a:pathLst>
              <a:path w="320040" h="169817" extrusionOk="0">
                <a:moveTo>
                  <a:pt x="0" y="0"/>
                </a:moveTo>
                <a:lnTo>
                  <a:pt x="1633" y="167531"/>
                </a:lnTo>
                <a:lnTo>
                  <a:pt x="320040" y="169817"/>
                </a:lnTo>
                <a:lnTo>
                  <a:pt x="310243" y="4246"/>
                </a:lnTo>
                <a:close/>
              </a:path>
            </a:pathLst>
          </a:custGeom>
          <a:solidFill>
            <a:srgbClr val="F3F3F3"/>
          </a:solidFill>
          <a:ln w="38100" cap="flat" cmpd="sng">
            <a:solidFill>
              <a:srgbClr val="ECE6D6"/>
            </a:solidFill>
            <a:prstDash val="solid"/>
            <a:miter lim="8000"/>
            <a:headEnd type="none" w="med" len="med"/>
            <a:tailEnd type="none" w="med" len="med"/>
          </a:ln>
        </p:spPr>
      </p:sp>
      <p:sp>
        <p:nvSpPr>
          <p:cNvPr id="46" name="Google Shape;46;p3"/>
          <p:cNvSpPr txBox="1">
            <a:spLocks noGrp="1"/>
          </p:cNvSpPr>
          <p:nvPr>
            <p:ph type="title"/>
          </p:nvPr>
        </p:nvSpPr>
        <p:spPr>
          <a:xfrm>
            <a:off x="2068050" y="2628900"/>
            <a:ext cx="5007900" cy="7230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4800">
                <a:solidFill>
                  <a:schemeClr val="lt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47" name="Google Shape;47;p3"/>
          <p:cNvSpPr txBox="1">
            <a:spLocks noGrp="1"/>
          </p:cNvSpPr>
          <p:nvPr>
            <p:ph type="title" idx="2" hasCustomPrompt="1"/>
          </p:nvPr>
        </p:nvSpPr>
        <p:spPr>
          <a:xfrm>
            <a:off x="3381300" y="1183575"/>
            <a:ext cx="2381400" cy="1169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2000"/>
              <a:buNone/>
              <a:defRPr sz="10000">
                <a:solidFill>
                  <a:schemeClr val="lt1"/>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48" name="Google Shape;48;p3"/>
          <p:cNvSpPr txBox="1">
            <a:spLocks noGrp="1"/>
          </p:cNvSpPr>
          <p:nvPr>
            <p:ph type="subTitle" idx="1"/>
          </p:nvPr>
        </p:nvSpPr>
        <p:spPr>
          <a:xfrm>
            <a:off x="1828800" y="3521850"/>
            <a:ext cx="5486400" cy="501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16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9"/>
        <p:cNvGrpSpPr/>
        <p:nvPr/>
      </p:nvGrpSpPr>
      <p:grpSpPr>
        <a:xfrm>
          <a:off x="0" y="0"/>
          <a:ext cx="0" cy="0"/>
          <a:chOff x="0" y="0"/>
          <a:chExt cx="0" cy="0"/>
        </a:xfrm>
      </p:grpSpPr>
      <p:grpSp>
        <p:nvGrpSpPr>
          <p:cNvPr id="50" name="Google Shape;50;p4"/>
          <p:cNvGrpSpPr/>
          <p:nvPr/>
        </p:nvGrpSpPr>
        <p:grpSpPr>
          <a:xfrm rot="10800000">
            <a:off x="-3614841" y="-2244893"/>
            <a:ext cx="15584694" cy="9714462"/>
            <a:chOff x="-3614841" y="-2244893"/>
            <a:chExt cx="15584694" cy="9714462"/>
          </a:xfrm>
        </p:grpSpPr>
        <p:sp>
          <p:nvSpPr>
            <p:cNvPr id="51" name="Google Shape;51;p4"/>
            <p:cNvSpPr/>
            <p:nvPr/>
          </p:nvSpPr>
          <p:spPr>
            <a:xfrm rot="10800000">
              <a:off x="-3282434" y="1040513"/>
              <a:ext cx="7376600" cy="3057925"/>
            </a:xfrm>
            <a:custGeom>
              <a:avLst/>
              <a:gdLst/>
              <a:ahLst/>
              <a:cxnLst/>
              <a:rect l="l" t="t" r="r" b="b"/>
              <a:pathLst>
                <a:path w="295064" h="122317" extrusionOk="0">
                  <a:moveTo>
                    <a:pt x="135730" y="13144"/>
                  </a:moveTo>
                  <a:lnTo>
                    <a:pt x="0" y="92006"/>
                  </a:lnTo>
                  <a:lnTo>
                    <a:pt x="295064" y="122317"/>
                  </a:lnTo>
                  <a:lnTo>
                    <a:pt x="209496" y="0"/>
                  </a:lnTo>
                  <a:close/>
                </a:path>
              </a:pathLst>
            </a:custGeom>
            <a:solidFill>
              <a:schemeClr val="dk2"/>
            </a:solidFill>
            <a:ln>
              <a:noFill/>
            </a:ln>
          </p:spPr>
        </p:sp>
        <p:sp>
          <p:nvSpPr>
            <p:cNvPr id="52" name="Google Shape;52;p4"/>
            <p:cNvSpPr/>
            <p:nvPr/>
          </p:nvSpPr>
          <p:spPr>
            <a:xfrm rot="10800000">
              <a:off x="5072700" y="-857198"/>
              <a:ext cx="6377400" cy="3162248"/>
            </a:xfrm>
            <a:custGeom>
              <a:avLst/>
              <a:gdLst/>
              <a:ahLst/>
              <a:cxnLst/>
              <a:rect l="l" t="t" r="r" b="b"/>
              <a:pathLst>
                <a:path w="255096" h="93884" extrusionOk="0">
                  <a:moveTo>
                    <a:pt x="22532" y="26288"/>
                  </a:moveTo>
                  <a:lnTo>
                    <a:pt x="0" y="93884"/>
                  </a:lnTo>
                  <a:lnTo>
                    <a:pt x="255096" y="81277"/>
                  </a:lnTo>
                  <a:lnTo>
                    <a:pt x="190450" y="0"/>
                  </a:lnTo>
                  <a:close/>
                </a:path>
              </a:pathLst>
            </a:custGeom>
            <a:solidFill>
              <a:schemeClr val="accent2"/>
            </a:solidFill>
            <a:ln>
              <a:noFill/>
            </a:ln>
          </p:spPr>
        </p:sp>
        <p:sp>
          <p:nvSpPr>
            <p:cNvPr id="53" name="Google Shape;53;p4"/>
            <p:cNvSpPr/>
            <p:nvPr/>
          </p:nvSpPr>
          <p:spPr>
            <a:xfrm rot="9529261">
              <a:off x="713148" y="-1005752"/>
              <a:ext cx="7535465" cy="3614695"/>
            </a:xfrm>
            <a:custGeom>
              <a:avLst/>
              <a:gdLst/>
              <a:ahLst/>
              <a:cxnLst/>
              <a:rect l="l" t="t" r="r" b="b"/>
              <a:pathLst>
                <a:path w="267167" h="144581" extrusionOk="0">
                  <a:moveTo>
                    <a:pt x="105150" y="0"/>
                  </a:moveTo>
                  <a:lnTo>
                    <a:pt x="0" y="83959"/>
                  </a:lnTo>
                  <a:lnTo>
                    <a:pt x="179989" y="144581"/>
                  </a:lnTo>
                  <a:lnTo>
                    <a:pt x="267167" y="43991"/>
                  </a:lnTo>
                  <a:close/>
                </a:path>
              </a:pathLst>
            </a:custGeom>
            <a:solidFill>
              <a:schemeClr val="accent1"/>
            </a:solidFill>
            <a:ln>
              <a:noFill/>
            </a:ln>
          </p:spPr>
        </p:sp>
        <p:sp>
          <p:nvSpPr>
            <p:cNvPr id="54" name="Google Shape;54;p4"/>
            <p:cNvSpPr/>
            <p:nvPr/>
          </p:nvSpPr>
          <p:spPr>
            <a:xfrm rot="10800000">
              <a:off x="3414966" y="3788988"/>
              <a:ext cx="7376600" cy="3057925"/>
            </a:xfrm>
            <a:custGeom>
              <a:avLst/>
              <a:gdLst/>
              <a:ahLst/>
              <a:cxnLst/>
              <a:rect l="l" t="t" r="r" b="b"/>
              <a:pathLst>
                <a:path w="295064" h="122317" extrusionOk="0">
                  <a:moveTo>
                    <a:pt x="135730" y="13144"/>
                  </a:moveTo>
                  <a:lnTo>
                    <a:pt x="0" y="92006"/>
                  </a:lnTo>
                  <a:lnTo>
                    <a:pt x="295064" y="122317"/>
                  </a:lnTo>
                  <a:lnTo>
                    <a:pt x="209496" y="0"/>
                  </a:lnTo>
                  <a:close/>
                </a:path>
              </a:pathLst>
            </a:custGeom>
            <a:solidFill>
              <a:schemeClr val="dk2"/>
            </a:solidFill>
            <a:ln>
              <a:noFill/>
            </a:ln>
          </p:spPr>
        </p:sp>
        <p:sp>
          <p:nvSpPr>
            <p:cNvPr id="55" name="Google Shape;55;p4"/>
            <p:cNvSpPr/>
            <p:nvPr/>
          </p:nvSpPr>
          <p:spPr>
            <a:xfrm rot="10800000">
              <a:off x="5210228" y="1584538"/>
              <a:ext cx="6759625" cy="2803100"/>
            </a:xfrm>
            <a:custGeom>
              <a:avLst/>
              <a:gdLst/>
              <a:ahLst/>
              <a:cxnLst/>
              <a:rect l="l" t="t" r="r" b="b"/>
              <a:pathLst>
                <a:path w="270385" h="112124" extrusionOk="0">
                  <a:moveTo>
                    <a:pt x="41308" y="0"/>
                  </a:moveTo>
                  <a:lnTo>
                    <a:pt x="0" y="39431"/>
                  </a:lnTo>
                  <a:lnTo>
                    <a:pt x="88250" y="112124"/>
                  </a:lnTo>
                  <a:lnTo>
                    <a:pt x="270385" y="87715"/>
                  </a:lnTo>
                  <a:close/>
                </a:path>
              </a:pathLst>
            </a:custGeom>
            <a:solidFill>
              <a:schemeClr val="accent3"/>
            </a:solidFill>
            <a:ln>
              <a:noFill/>
            </a:ln>
          </p:spPr>
        </p:sp>
        <p:sp>
          <p:nvSpPr>
            <p:cNvPr id="56" name="Google Shape;56;p4"/>
            <p:cNvSpPr/>
            <p:nvPr/>
          </p:nvSpPr>
          <p:spPr>
            <a:xfrm>
              <a:off x="1010725" y="3448050"/>
              <a:ext cx="5666300" cy="3023675"/>
            </a:xfrm>
            <a:custGeom>
              <a:avLst/>
              <a:gdLst/>
              <a:ahLst/>
              <a:cxnLst/>
              <a:rect l="l" t="t" r="r" b="b"/>
              <a:pathLst>
                <a:path w="226652" h="120947" extrusionOk="0">
                  <a:moveTo>
                    <a:pt x="226652" y="9525"/>
                  </a:moveTo>
                  <a:lnTo>
                    <a:pt x="170264" y="0"/>
                  </a:lnTo>
                  <a:lnTo>
                    <a:pt x="75011" y="13734"/>
                  </a:lnTo>
                  <a:lnTo>
                    <a:pt x="0" y="120947"/>
                  </a:lnTo>
                  <a:lnTo>
                    <a:pt x="173873" y="109036"/>
                  </a:lnTo>
                  <a:close/>
                </a:path>
              </a:pathLst>
            </a:custGeom>
            <a:solidFill>
              <a:schemeClr val="accent2"/>
            </a:solidFill>
            <a:ln>
              <a:noFill/>
            </a:ln>
          </p:spPr>
        </p:sp>
        <p:sp>
          <p:nvSpPr>
            <p:cNvPr id="57" name="Google Shape;57;p4"/>
            <p:cNvSpPr/>
            <p:nvPr/>
          </p:nvSpPr>
          <p:spPr>
            <a:xfrm rot="-9131884">
              <a:off x="-3053187" y="2383397"/>
              <a:ext cx="6039861" cy="3902927"/>
            </a:xfrm>
            <a:custGeom>
              <a:avLst/>
              <a:gdLst/>
              <a:ahLst/>
              <a:cxnLst/>
              <a:rect l="l" t="t" r="r" b="b"/>
              <a:pathLst>
                <a:path w="96774" h="129921" extrusionOk="0">
                  <a:moveTo>
                    <a:pt x="38862" y="0"/>
                  </a:moveTo>
                  <a:lnTo>
                    <a:pt x="0" y="42291"/>
                  </a:lnTo>
                  <a:lnTo>
                    <a:pt x="19431" y="129921"/>
                  </a:lnTo>
                  <a:lnTo>
                    <a:pt x="96774" y="25527"/>
                  </a:lnTo>
                  <a:close/>
                </a:path>
              </a:pathLst>
            </a:custGeom>
            <a:solidFill>
              <a:schemeClr val="accent1"/>
            </a:solidFill>
            <a:ln>
              <a:noFill/>
            </a:ln>
          </p:spPr>
        </p:sp>
        <p:sp>
          <p:nvSpPr>
            <p:cNvPr id="58" name="Google Shape;58;p4"/>
            <p:cNvSpPr/>
            <p:nvPr/>
          </p:nvSpPr>
          <p:spPr>
            <a:xfrm>
              <a:off x="6450013" y="3038452"/>
              <a:ext cx="4474575" cy="1733550"/>
            </a:xfrm>
            <a:custGeom>
              <a:avLst/>
              <a:gdLst/>
              <a:ahLst/>
              <a:cxnLst/>
              <a:rect l="l" t="t" r="r" b="b"/>
              <a:pathLst>
                <a:path w="178983" h="69342" extrusionOk="0">
                  <a:moveTo>
                    <a:pt x="118404" y="69342"/>
                  </a:moveTo>
                  <a:lnTo>
                    <a:pt x="178983" y="0"/>
                  </a:lnTo>
                  <a:lnTo>
                    <a:pt x="2580" y="4572"/>
                  </a:lnTo>
                  <a:lnTo>
                    <a:pt x="0" y="54683"/>
                  </a:lnTo>
                  <a:close/>
                </a:path>
              </a:pathLst>
            </a:custGeom>
            <a:solidFill>
              <a:schemeClr val="accent1"/>
            </a:solidFill>
            <a:ln>
              <a:noFill/>
            </a:ln>
          </p:spPr>
        </p:sp>
        <p:sp>
          <p:nvSpPr>
            <p:cNvPr id="59" name="Google Shape;59;p4"/>
            <p:cNvSpPr/>
            <p:nvPr/>
          </p:nvSpPr>
          <p:spPr>
            <a:xfrm rot="10800000">
              <a:off x="-2304992" y="-254110"/>
              <a:ext cx="5000565" cy="2559160"/>
            </a:xfrm>
            <a:custGeom>
              <a:avLst/>
              <a:gdLst/>
              <a:ahLst/>
              <a:cxnLst/>
              <a:rect l="l" t="t" r="r" b="b"/>
              <a:pathLst>
                <a:path w="88011" h="60579" extrusionOk="0">
                  <a:moveTo>
                    <a:pt x="0" y="55245"/>
                  </a:moveTo>
                  <a:lnTo>
                    <a:pt x="11049" y="4572"/>
                  </a:lnTo>
                  <a:lnTo>
                    <a:pt x="56007" y="0"/>
                  </a:lnTo>
                  <a:lnTo>
                    <a:pt x="88011" y="60579"/>
                  </a:lnTo>
                  <a:close/>
                </a:path>
              </a:pathLst>
            </a:custGeom>
            <a:solidFill>
              <a:schemeClr val="accent3"/>
            </a:solidFill>
            <a:ln>
              <a:noFill/>
            </a:ln>
          </p:spPr>
        </p:sp>
      </p:grpSp>
      <p:sp>
        <p:nvSpPr>
          <p:cNvPr id="60" name="Google Shape;60;p4"/>
          <p:cNvSpPr/>
          <p:nvPr/>
        </p:nvSpPr>
        <p:spPr>
          <a:xfrm flipH="1">
            <a:off x="299739" y="1353550"/>
            <a:ext cx="8286636" cy="3423086"/>
          </a:xfrm>
          <a:custGeom>
            <a:avLst/>
            <a:gdLst/>
            <a:ahLst/>
            <a:cxnLst/>
            <a:rect l="l" t="t" r="r" b="b"/>
            <a:pathLst>
              <a:path w="320040" h="169817" extrusionOk="0">
                <a:moveTo>
                  <a:pt x="0" y="0"/>
                </a:moveTo>
                <a:lnTo>
                  <a:pt x="1633" y="167531"/>
                </a:lnTo>
                <a:lnTo>
                  <a:pt x="320040" y="169817"/>
                </a:lnTo>
                <a:lnTo>
                  <a:pt x="310243" y="4246"/>
                </a:lnTo>
                <a:close/>
              </a:path>
            </a:pathLst>
          </a:custGeom>
          <a:solidFill>
            <a:srgbClr val="F3F3F3"/>
          </a:solidFill>
          <a:ln w="38100" cap="flat" cmpd="sng">
            <a:solidFill>
              <a:srgbClr val="ECE6D6"/>
            </a:solidFill>
            <a:prstDash val="solid"/>
            <a:miter lim="8000"/>
            <a:headEnd type="none" w="med" len="med"/>
            <a:tailEnd type="none" w="med" len="med"/>
          </a:ln>
        </p:spPr>
      </p:sp>
      <p:sp>
        <p:nvSpPr>
          <p:cNvPr id="61" name="Google Shape;61;p4"/>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lvl1pPr lvl="0" algn="ctr">
              <a:spcBef>
                <a:spcPts val="0"/>
              </a:spcBef>
              <a:spcAft>
                <a:spcPts val="0"/>
              </a:spcAft>
              <a:buSzPts val="3200"/>
              <a:buNone/>
              <a:defRPr>
                <a:solidFill>
                  <a:schemeClr val="l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62" name="Google Shape;62;p4"/>
          <p:cNvSpPr txBox="1">
            <a:spLocks noGrp="1"/>
          </p:cNvSpPr>
          <p:nvPr>
            <p:ph type="body" idx="1"/>
          </p:nvPr>
        </p:nvSpPr>
        <p:spPr>
          <a:xfrm>
            <a:off x="714950" y="1515275"/>
            <a:ext cx="7717500" cy="5727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3"/>
        <p:cNvGrpSpPr/>
        <p:nvPr/>
      </p:nvGrpSpPr>
      <p:grpSpPr>
        <a:xfrm>
          <a:off x="0" y="0"/>
          <a:ext cx="0" cy="0"/>
          <a:chOff x="0" y="0"/>
          <a:chExt cx="0" cy="0"/>
        </a:xfrm>
      </p:grpSpPr>
      <p:grpSp>
        <p:nvGrpSpPr>
          <p:cNvPr id="64" name="Google Shape;64;p5"/>
          <p:cNvGrpSpPr/>
          <p:nvPr/>
        </p:nvGrpSpPr>
        <p:grpSpPr>
          <a:xfrm>
            <a:off x="-3671550" y="-1219200"/>
            <a:ext cx="15406091" cy="8020050"/>
            <a:chOff x="-3671550" y="-1371600"/>
            <a:chExt cx="15406091" cy="8020050"/>
          </a:xfrm>
        </p:grpSpPr>
        <p:sp>
          <p:nvSpPr>
            <p:cNvPr id="65" name="Google Shape;65;p5"/>
            <p:cNvSpPr/>
            <p:nvPr/>
          </p:nvSpPr>
          <p:spPr>
            <a:xfrm rot="10800000">
              <a:off x="-2472809" y="-941450"/>
              <a:ext cx="7376600" cy="3057925"/>
            </a:xfrm>
            <a:custGeom>
              <a:avLst/>
              <a:gdLst/>
              <a:ahLst/>
              <a:cxnLst/>
              <a:rect l="l" t="t" r="r" b="b"/>
              <a:pathLst>
                <a:path w="295064" h="122317" extrusionOk="0">
                  <a:moveTo>
                    <a:pt x="135730" y="13144"/>
                  </a:moveTo>
                  <a:lnTo>
                    <a:pt x="0" y="92006"/>
                  </a:lnTo>
                  <a:lnTo>
                    <a:pt x="295064" y="122317"/>
                  </a:lnTo>
                  <a:lnTo>
                    <a:pt x="209496" y="0"/>
                  </a:lnTo>
                  <a:close/>
                </a:path>
              </a:pathLst>
            </a:custGeom>
            <a:solidFill>
              <a:schemeClr val="dk2"/>
            </a:solidFill>
            <a:ln>
              <a:noFill/>
            </a:ln>
          </p:spPr>
        </p:sp>
        <p:sp>
          <p:nvSpPr>
            <p:cNvPr id="66" name="Google Shape;66;p5"/>
            <p:cNvSpPr/>
            <p:nvPr/>
          </p:nvSpPr>
          <p:spPr>
            <a:xfrm>
              <a:off x="2597250" y="495825"/>
              <a:ext cx="7435950" cy="5322000"/>
            </a:xfrm>
            <a:custGeom>
              <a:avLst/>
              <a:gdLst/>
              <a:ahLst/>
              <a:cxnLst/>
              <a:rect l="l" t="t" r="r" b="b"/>
              <a:pathLst>
                <a:path w="297438" h="212880" extrusionOk="0">
                  <a:moveTo>
                    <a:pt x="290862" y="212880"/>
                  </a:moveTo>
                  <a:lnTo>
                    <a:pt x="297438" y="75384"/>
                  </a:lnTo>
                  <a:lnTo>
                    <a:pt x="0" y="0"/>
                  </a:lnTo>
                  <a:lnTo>
                    <a:pt x="59178" y="188193"/>
                  </a:lnTo>
                  <a:close/>
                </a:path>
              </a:pathLst>
            </a:custGeom>
            <a:solidFill>
              <a:schemeClr val="lt2"/>
            </a:solidFill>
            <a:ln>
              <a:noFill/>
            </a:ln>
          </p:spPr>
        </p:sp>
        <p:sp>
          <p:nvSpPr>
            <p:cNvPr id="67" name="Google Shape;67;p5"/>
            <p:cNvSpPr/>
            <p:nvPr/>
          </p:nvSpPr>
          <p:spPr>
            <a:xfrm>
              <a:off x="1853250" y="2365525"/>
              <a:ext cx="6377400" cy="1689900"/>
            </a:xfrm>
            <a:custGeom>
              <a:avLst/>
              <a:gdLst/>
              <a:ahLst/>
              <a:cxnLst/>
              <a:rect l="l" t="t" r="r" b="b"/>
              <a:pathLst>
                <a:path w="255096" h="67596" extrusionOk="0">
                  <a:moveTo>
                    <a:pt x="232564" y="67596"/>
                  </a:moveTo>
                  <a:lnTo>
                    <a:pt x="255096" y="0"/>
                  </a:lnTo>
                  <a:lnTo>
                    <a:pt x="0" y="12607"/>
                  </a:lnTo>
                  <a:lnTo>
                    <a:pt x="68364" y="37205"/>
                  </a:lnTo>
                  <a:close/>
                </a:path>
              </a:pathLst>
            </a:custGeom>
            <a:solidFill>
              <a:schemeClr val="accent2"/>
            </a:solidFill>
            <a:ln>
              <a:noFill/>
            </a:ln>
          </p:spPr>
        </p:sp>
        <p:sp>
          <p:nvSpPr>
            <p:cNvPr id="68" name="Google Shape;68;p5"/>
            <p:cNvSpPr/>
            <p:nvPr/>
          </p:nvSpPr>
          <p:spPr>
            <a:xfrm rot="10800000">
              <a:off x="1979615" y="-137400"/>
              <a:ext cx="7435926" cy="3614525"/>
            </a:xfrm>
            <a:custGeom>
              <a:avLst/>
              <a:gdLst/>
              <a:ahLst/>
              <a:cxnLst/>
              <a:rect l="l" t="t" r="r" b="b"/>
              <a:pathLst>
                <a:path w="267167" h="144581" extrusionOk="0">
                  <a:moveTo>
                    <a:pt x="105150" y="0"/>
                  </a:moveTo>
                  <a:lnTo>
                    <a:pt x="0" y="83959"/>
                  </a:lnTo>
                  <a:lnTo>
                    <a:pt x="179989" y="144581"/>
                  </a:lnTo>
                  <a:lnTo>
                    <a:pt x="267167" y="43991"/>
                  </a:lnTo>
                  <a:close/>
                </a:path>
              </a:pathLst>
            </a:custGeom>
            <a:solidFill>
              <a:schemeClr val="accent1"/>
            </a:solidFill>
            <a:ln>
              <a:noFill/>
            </a:ln>
          </p:spPr>
        </p:sp>
        <p:sp>
          <p:nvSpPr>
            <p:cNvPr id="69" name="Google Shape;69;p5"/>
            <p:cNvSpPr/>
            <p:nvPr/>
          </p:nvSpPr>
          <p:spPr>
            <a:xfrm rot="10800000">
              <a:off x="4357941" y="140913"/>
              <a:ext cx="7376600" cy="3057925"/>
            </a:xfrm>
            <a:custGeom>
              <a:avLst/>
              <a:gdLst/>
              <a:ahLst/>
              <a:cxnLst/>
              <a:rect l="l" t="t" r="r" b="b"/>
              <a:pathLst>
                <a:path w="295064" h="122317" extrusionOk="0">
                  <a:moveTo>
                    <a:pt x="135730" y="13144"/>
                  </a:moveTo>
                  <a:lnTo>
                    <a:pt x="0" y="92006"/>
                  </a:lnTo>
                  <a:lnTo>
                    <a:pt x="295064" y="122317"/>
                  </a:lnTo>
                  <a:lnTo>
                    <a:pt x="209496" y="0"/>
                  </a:lnTo>
                  <a:close/>
                </a:path>
              </a:pathLst>
            </a:custGeom>
            <a:solidFill>
              <a:schemeClr val="dk2"/>
            </a:solidFill>
            <a:ln>
              <a:noFill/>
            </a:ln>
          </p:spPr>
        </p:sp>
        <p:sp>
          <p:nvSpPr>
            <p:cNvPr id="70" name="Google Shape;70;p5"/>
            <p:cNvSpPr/>
            <p:nvPr/>
          </p:nvSpPr>
          <p:spPr>
            <a:xfrm>
              <a:off x="3067050" y="3219450"/>
              <a:ext cx="8210550" cy="3257550"/>
            </a:xfrm>
            <a:custGeom>
              <a:avLst/>
              <a:gdLst/>
              <a:ahLst/>
              <a:cxnLst/>
              <a:rect l="l" t="t" r="r" b="b"/>
              <a:pathLst>
                <a:path w="328422" h="130302" extrusionOk="0">
                  <a:moveTo>
                    <a:pt x="183756" y="108204"/>
                  </a:moveTo>
                  <a:lnTo>
                    <a:pt x="271272" y="130302"/>
                  </a:lnTo>
                  <a:lnTo>
                    <a:pt x="328422" y="0"/>
                  </a:lnTo>
                  <a:lnTo>
                    <a:pt x="0" y="2286"/>
                  </a:lnTo>
                  <a:close/>
                </a:path>
              </a:pathLst>
            </a:custGeom>
            <a:solidFill>
              <a:schemeClr val="accent3"/>
            </a:solidFill>
            <a:ln>
              <a:noFill/>
            </a:ln>
          </p:spPr>
        </p:sp>
        <p:sp>
          <p:nvSpPr>
            <p:cNvPr id="71" name="Google Shape;71;p5"/>
            <p:cNvSpPr/>
            <p:nvPr/>
          </p:nvSpPr>
          <p:spPr>
            <a:xfrm rot="10800000">
              <a:off x="-393284" y="-571700"/>
              <a:ext cx="4526550" cy="1850850"/>
            </a:xfrm>
            <a:custGeom>
              <a:avLst/>
              <a:gdLst/>
              <a:ahLst/>
              <a:cxnLst/>
              <a:rect l="l" t="t" r="r" b="b"/>
              <a:pathLst>
                <a:path w="181062" h="74034" extrusionOk="0">
                  <a:moveTo>
                    <a:pt x="146995" y="0"/>
                  </a:moveTo>
                  <a:lnTo>
                    <a:pt x="0" y="19581"/>
                  </a:lnTo>
                  <a:lnTo>
                    <a:pt x="29238" y="74034"/>
                  </a:lnTo>
                  <a:lnTo>
                    <a:pt x="181062" y="71620"/>
                  </a:lnTo>
                  <a:close/>
                </a:path>
              </a:pathLst>
            </a:custGeom>
            <a:solidFill>
              <a:schemeClr val="lt2"/>
            </a:solidFill>
            <a:ln>
              <a:noFill/>
            </a:ln>
          </p:spPr>
        </p:sp>
        <p:sp>
          <p:nvSpPr>
            <p:cNvPr id="72" name="Google Shape;72;p5"/>
            <p:cNvSpPr/>
            <p:nvPr/>
          </p:nvSpPr>
          <p:spPr>
            <a:xfrm rot="10800000">
              <a:off x="1700291" y="-1206200"/>
              <a:ext cx="3581400" cy="2638425"/>
            </a:xfrm>
            <a:custGeom>
              <a:avLst/>
              <a:gdLst/>
              <a:ahLst/>
              <a:cxnLst/>
              <a:rect l="l" t="t" r="r" b="b"/>
              <a:pathLst>
                <a:path w="143256" h="105537" extrusionOk="0">
                  <a:moveTo>
                    <a:pt x="78867" y="4191"/>
                  </a:moveTo>
                  <a:lnTo>
                    <a:pt x="24765" y="0"/>
                  </a:lnTo>
                  <a:lnTo>
                    <a:pt x="0" y="91059"/>
                  </a:lnTo>
                  <a:lnTo>
                    <a:pt x="143256" y="105537"/>
                  </a:lnTo>
                  <a:close/>
                </a:path>
              </a:pathLst>
            </a:custGeom>
            <a:solidFill>
              <a:schemeClr val="dk2"/>
            </a:solidFill>
            <a:ln>
              <a:noFill/>
            </a:ln>
          </p:spPr>
        </p:sp>
        <p:sp>
          <p:nvSpPr>
            <p:cNvPr id="73" name="Google Shape;73;p5"/>
            <p:cNvSpPr/>
            <p:nvPr/>
          </p:nvSpPr>
          <p:spPr>
            <a:xfrm>
              <a:off x="-3671550" y="2641425"/>
              <a:ext cx="7710150" cy="2502075"/>
            </a:xfrm>
            <a:custGeom>
              <a:avLst/>
              <a:gdLst/>
              <a:ahLst/>
              <a:cxnLst/>
              <a:rect l="l" t="t" r="r" b="b"/>
              <a:pathLst>
                <a:path w="308406" h="100083" extrusionOk="0">
                  <a:moveTo>
                    <a:pt x="308406" y="100083"/>
                  </a:moveTo>
                  <a:lnTo>
                    <a:pt x="304596" y="20835"/>
                  </a:lnTo>
                  <a:lnTo>
                    <a:pt x="67229" y="0"/>
                  </a:lnTo>
                  <a:lnTo>
                    <a:pt x="0" y="32766"/>
                  </a:lnTo>
                  <a:lnTo>
                    <a:pt x="119140" y="97536"/>
                  </a:lnTo>
                  <a:close/>
                </a:path>
              </a:pathLst>
            </a:custGeom>
            <a:solidFill>
              <a:schemeClr val="accent1"/>
            </a:solidFill>
            <a:ln>
              <a:noFill/>
            </a:ln>
          </p:spPr>
        </p:sp>
        <p:sp>
          <p:nvSpPr>
            <p:cNvPr id="74" name="Google Shape;74;p5"/>
            <p:cNvSpPr/>
            <p:nvPr/>
          </p:nvSpPr>
          <p:spPr>
            <a:xfrm rot="10800000">
              <a:off x="4252930" y="-941310"/>
              <a:ext cx="6548420" cy="2979660"/>
            </a:xfrm>
            <a:custGeom>
              <a:avLst/>
              <a:gdLst/>
              <a:ahLst/>
              <a:cxnLst/>
              <a:rect l="l" t="t" r="r" b="b"/>
              <a:pathLst>
                <a:path w="374142" h="163068" extrusionOk="0">
                  <a:moveTo>
                    <a:pt x="70104" y="75438"/>
                  </a:moveTo>
                  <a:lnTo>
                    <a:pt x="0" y="107823"/>
                  </a:lnTo>
                  <a:lnTo>
                    <a:pt x="224790" y="163068"/>
                  </a:lnTo>
                  <a:lnTo>
                    <a:pt x="374142" y="144018"/>
                  </a:lnTo>
                  <a:lnTo>
                    <a:pt x="230124" y="0"/>
                  </a:lnTo>
                  <a:close/>
                </a:path>
              </a:pathLst>
            </a:custGeom>
            <a:solidFill>
              <a:schemeClr val="accent2"/>
            </a:solidFill>
            <a:ln>
              <a:noFill/>
            </a:ln>
          </p:spPr>
        </p:sp>
        <p:sp>
          <p:nvSpPr>
            <p:cNvPr id="75" name="Google Shape;75;p5"/>
            <p:cNvSpPr/>
            <p:nvPr/>
          </p:nvSpPr>
          <p:spPr>
            <a:xfrm rot="10800000">
              <a:off x="-138034" y="3127200"/>
              <a:ext cx="4572000" cy="2209800"/>
            </a:xfrm>
            <a:custGeom>
              <a:avLst/>
              <a:gdLst/>
              <a:ahLst/>
              <a:cxnLst/>
              <a:rect l="l" t="t" r="r" b="b"/>
              <a:pathLst>
                <a:path w="182880" h="88392" extrusionOk="0">
                  <a:moveTo>
                    <a:pt x="109728" y="0"/>
                  </a:moveTo>
                  <a:lnTo>
                    <a:pt x="0" y="47244"/>
                  </a:lnTo>
                  <a:lnTo>
                    <a:pt x="107442" y="88392"/>
                  </a:lnTo>
                  <a:lnTo>
                    <a:pt x="182880" y="57912"/>
                  </a:lnTo>
                  <a:close/>
                </a:path>
              </a:pathLst>
            </a:custGeom>
            <a:solidFill>
              <a:schemeClr val="accent2"/>
            </a:solidFill>
            <a:ln>
              <a:noFill/>
            </a:ln>
          </p:spPr>
        </p:sp>
        <p:sp>
          <p:nvSpPr>
            <p:cNvPr id="76" name="Google Shape;76;p5"/>
            <p:cNvSpPr/>
            <p:nvPr/>
          </p:nvSpPr>
          <p:spPr>
            <a:xfrm rot="10800000">
              <a:off x="3920166" y="-981187"/>
              <a:ext cx="2419350" cy="3248025"/>
            </a:xfrm>
            <a:custGeom>
              <a:avLst/>
              <a:gdLst/>
              <a:ahLst/>
              <a:cxnLst/>
              <a:rect l="l" t="t" r="r" b="b"/>
              <a:pathLst>
                <a:path w="96774" h="129921" extrusionOk="0">
                  <a:moveTo>
                    <a:pt x="38862" y="0"/>
                  </a:moveTo>
                  <a:lnTo>
                    <a:pt x="0" y="42291"/>
                  </a:lnTo>
                  <a:lnTo>
                    <a:pt x="19431" y="129921"/>
                  </a:lnTo>
                  <a:lnTo>
                    <a:pt x="96774" y="25527"/>
                  </a:lnTo>
                  <a:close/>
                </a:path>
              </a:pathLst>
            </a:custGeom>
            <a:solidFill>
              <a:schemeClr val="accent1"/>
            </a:solidFill>
            <a:ln>
              <a:noFill/>
            </a:ln>
          </p:spPr>
        </p:sp>
        <p:sp>
          <p:nvSpPr>
            <p:cNvPr id="77" name="Google Shape;77;p5"/>
            <p:cNvSpPr/>
            <p:nvPr/>
          </p:nvSpPr>
          <p:spPr>
            <a:xfrm>
              <a:off x="-3486150" y="3336750"/>
              <a:ext cx="6338975" cy="3311700"/>
            </a:xfrm>
            <a:custGeom>
              <a:avLst/>
              <a:gdLst/>
              <a:ahLst/>
              <a:cxnLst/>
              <a:rect l="l" t="t" r="r" b="b"/>
              <a:pathLst>
                <a:path w="253559" h="132468" extrusionOk="0">
                  <a:moveTo>
                    <a:pt x="253559" y="80010"/>
                  </a:moveTo>
                  <a:lnTo>
                    <a:pt x="148403" y="12192"/>
                  </a:lnTo>
                  <a:lnTo>
                    <a:pt x="26864" y="0"/>
                  </a:lnTo>
                  <a:lnTo>
                    <a:pt x="0" y="132468"/>
                  </a:lnTo>
                  <a:close/>
                </a:path>
              </a:pathLst>
            </a:custGeom>
            <a:solidFill>
              <a:schemeClr val="dk2"/>
            </a:solidFill>
            <a:ln>
              <a:noFill/>
            </a:ln>
          </p:spPr>
        </p:sp>
        <p:sp>
          <p:nvSpPr>
            <p:cNvPr id="78" name="Google Shape;78;p5"/>
            <p:cNvSpPr/>
            <p:nvPr/>
          </p:nvSpPr>
          <p:spPr>
            <a:xfrm rot="10800000">
              <a:off x="-1081009" y="1432225"/>
              <a:ext cx="1924050" cy="2457450"/>
            </a:xfrm>
            <a:custGeom>
              <a:avLst/>
              <a:gdLst/>
              <a:ahLst/>
              <a:cxnLst/>
              <a:rect l="l" t="t" r="r" b="b"/>
              <a:pathLst>
                <a:path w="76962" h="98298" extrusionOk="0">
                  <a:moveTo>
                    <a:pt x="47625" y="0"/>
                  </a:moveTo>
                  <a:lnTo>
                    <a:pt x="43434" y="2667"/>
                  </a:lnTo>
                  <a:lnTo>
                    <a:pt x="0" y="55626"/>
                  </a:lnTo>
                  <a:lnTo>
                    <a:pt x="52959" y="98298"/>
                  </a:lnTo>
                  <a:lnTo>
                    <a:pt x="76962" y="19431"/>
                  </a:lnTo>
                  <a:close/>
                </a:path>
              </a:pathLst>
            </a:custGeom>
            <a:solidFill>
              <a:schemeClr val="lt2"/>
            </a:solidFill>
            <a:ln>
              <a:noFill/>
            </a:ln>
          </p:spPr>
        </p:sp>
        <p:sp>
          <p:nvSpPr>
            <p:cNvPr id="79" name="Google Shape;79;p5"/>
            <p:cNvSpPr/>
            <p:nvPr/>
          </p:nvSpPr>
          <p:spPr>
            <a:xfrm>
              <a:off x="-1343025" y="524550"/>
              <a:ext cx="4382675" cy="1859675"/>
            </a:xfrm>
            <a:custGeom>
              <a:avLst/>
              <a:gdLst/>
              <a:ahLst/>
              <a:cxnLst/>
              <a:rect l="l" t="t" r="r" b="b"/>
              <a:pathLst>
                <a:path w="175307" h="74387" extrusionOk="0">
                  <a:moveTo>
                    <a:pt x="175307" y="24423"/>
                  </a:moveTo>
                  <a:lnTo>
                    <a:pt x="142919" y="0"/>
                  </a:lnTo>
                  <a:lnTo>
                    <a:pt x="0" y="15713"/>
                  </a:lnTo>
                  <a:lnTo>
                    <a:pt x="79248" y="74387"/>
                  </a:lnTo>
                  <a:close/>
                </a:path>
              </a:pathLst>
            </a:custGeom>
            <a:solidFill>
              <a:schemeClr val="accent1"/>
            </a:solidFill>
            <a:ln>
              <a:noFill/>
            </a:ln>
          </p:spPr>
        </p:sp>
        <p:sp>
          <p:nvSpPr>
            <p:cNvPr id="80" name="Google Shape;80;p5"/>
            <p:cNvSpPr/>
            <p:nvPr/>
          </p:nvSpPr>
          <p:spPr>
            <a:xfrm rot="10800000">
              <a:off x="-2328784" y="1812775"/>
              <a:ext cx="4572000" cy="2209800"/>
            </a:xfrm>
            <a:custGeom>
              <a:avLst/>
              <a:gdLst/>
              <a:ahLst/>
              <a:cxnLst/>
              <a:rect l="l" t="t" r="r" b="b"/>
              <a:pathLst>
                <a:path w="182880" h="88392" extrusionOk="0">
                  <a:moveTo>
                    <a:pt x="109728" y="0"/>
                  </a:moveTo>
                  <a:lnTo>
                    <a:pt x="0" y="47244"/>
                  </a:lnTo>
                  <a:lnTo>
                    <a:pt x="107442" y="88392"/>
                  </a:lnTo>
                  <a:lnTo>
                    <a:pt x="182880" y="57912"/>
                  </a:lnTo>
                  <a:close/>
                </a:path>
              </a:pathLst>
            </a:custGeom>
            <a:solidFill>
              <a:schemeClr val="accent2"/>
            </a:solidFill>
            <a:ln>
              <a:noFill/>
            </a:ln>
          </p:spPr>
        </p:sp>
        <p:sp>
          <p:nvSpPr>
            <p:cNvPr id="81" name="Google Shape;81;p5"/>
            <p:cNvSpPr/>
            <p:nvPr/>
          </p:nvSpPr>
          <p:spPr>
            <a:xfrm>
              <a:off x="3200400" y="-1371600"/>
              <a:ext cx="4057650" cy="2362200"/>
            </a:xfrm>
            <a:custGeom>
              <a:avLst/>
              <a:gdLst/>
              <a:ahLst/>
              <a:cxnLst/>
              <a:rect l="l" t="t" r="r" b="b"/>
              <a:pathLst>
                <a:path w="162306" h="94488" extrusionOk="0">
                  <a:moveTo>
                    <a:pt x="117348" y="0"/>
                  </a:moveTo>
                  <a:lnTo>
                    <a:pt x="162306" y="87630"/>
                  </a:lnTo>
                  <a:lnTo>
                    <a:pt x="0" y="94488"/>
                  </a:lnTo>
                  <a:lnTo>
                    <a:pt x="9719" y="3168"/>
                  </a:lnTo>
                  <a:close/>
                </a:path>
              </a:pathLst>
            </a:custGeom>
            <a:solidFill>
              <a:schemeClr val="accent3"/>
            </a:solidFill>
            <a:ln>
              <a:noFill/>
            </a:ln>
          </p:spPr>
        </p:sp>
        <p:sp>
          <p:nvSpPr>
            <p:cNvPr id="82" name="Google Shape;82;p5"/>
            <p:cNvSpPr/>
            <p:nvPr/>
          </p:nvSpPr>
          <p:spPr>
            <a:xfrm rot="10800000">
              <a:off x="-527059" y="1626271"/>
              <a:ext cx="4526550" cy="2263404"/>
            </a:xfrm>
            <a:custGeom>
              <a:avLst/>
              <a:gdLst/>
              <a:ahLst/>
              <a:cxnLst/>
              <a:rect l="l" t="t" r="r" b="b"/>
              <a:pathLst>
                <a:path w="181062" h="74034" extrusionOk="0">
                  <a:moveTo>
                    <a:pt x="146995" y="0"/>
                  </a:moveTo>
                  <a:lnTo>
                    <a:pt x="0" y="19581"/>
                  </a:lnTo>
                  <a:lnTo>
                    <a:pt x="29238" y="74034"/>
                  </a:lnTo>
                  <a:lnTo>
                    <a:pt x="181062" y="71620"/>
                  </a:lnTo>
                  <a:close/>
                </a:path>
              </a:pathLst>
            </a:custGeom>
            <a:solidFill>
              <a:schemeClr val="lt2"/>
            </a:solidFill>
            <a:ln>
              <a:noFill/>
            </a:ln>
          </p:spPr>
        </p:sp>
      </p:grpSp>
      <p:sp>
        <p:nvSpPr>
          <p:cNvPr id="83" name="Google Shape;83;p5"/>
          <p:cNvSpPr/>
          <p:nvPr/>
        </p:nvSpPr>
        <p:spPr>
          <a:xfrm rot="10800000" flipH="1">
            <a:off x="619125" y="1200150"/>
            <a:ext cx="7943850" cy="3571875"/>
          </a:xfrm>
          <a:custGeom>
            <a:avLst/>
            <a:gdLst/>
            <a:ahLst/>
            <a:cxnLst/>
            <a:rect l="l" t="t" r="r" b="b"/>
            <a:pathLst>
              <a:path w="317754" h="142875" extrusionOk="0">
                <a:moveTo>
                  <a:pt x="0" y="4191"/>
                </a:moveTo>
                <a:lnTo>
                  <a:pt x="4191" y="142875"/>
                </a:lnTo>
                <a:lnTo>
                  <a:pt x="316611" y="139065"/>
                </a:lnTo>
                <a:lnTo>
                  <a:pt x="317754" y="0"/>
                </a:lnTo>
                <a:close/>
              </a:path>
            </a:pathLst>
          </a:custGeom>
          <a:solidFill>
            <a:schemeClr val="dk1"/>
          </a:solidFill>
          <a:ln w="38100" cap="flat" cmpd="sng">
            <a:solidFill>
              <a:schemeClr val="lt1"/>
            </a:solidFill>
            <a:prstDash val="solid"/>
            <a:round/>
            <a:headEnd type="none" w="med" len="med"/>
            <a:tailEnd type="none" w="med" len="med"/>
          </a:ln>
        </p:spPr>
      </p:sp>
      <p:sp>
        <p:nvSpPr>
          <p:cNvPr id="84" name="Google Shape;84;p5"/>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lvl1pPr lvl="0" algn="ctr">
              <a:spcBef>
                <a:spcPts val="0"/>
              </a:spcBef>
              <a:spcAft>
                <a:spcPts val="0"/>
              </a:spcAft>
              <a:buSzPts val="3200"/>
              <a:buNone/>
              <a:defRPr>
                <a:solidFill>
                  <a:schemeClr val="l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85" name="Google Shape;85;p5"/>
          <p:cNvSpPr txBox="1">
            <a:spLocks noGrp="1"/>
          </p:cNvSpPr>
          <p:nvPr>
            <p:ph type="body" idx="1"/>
          </p:nvPr>
        </p:nvSpPr>
        <p:spPr>
          <a:xfrm>
            <a:off x="751075" y="1455200"/>
            <a:ext cx="3955500" cy="31533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86" name="Google Shape;86;p5"/>
          <p:cNvSpPr txBox="1">
            <a:spLocks noGrp="1"/>
          </p:cNvSpPr>
          <p:nvPr>
            <p:ph type="body" idx="2"/>
          </p:nvPr>
        </p:nvSpPr>
        <p:spPr>
          <a:xfrm>
            <a:off x="4928350" y="1455200"/>
            <a:ext cx="3465900" cy="31533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7"/>
        <p:cNvGrpSpPr/>
        <p:nvPr/>
      </p:nvGrpSpPr>
      <p:grpSpPr>
        <a:xfrm>
          <a:off x="0" y="0"/>
          <a:ext cx="0" cy="0"/>
          <a:chOff x="0" y="0"/>
          <a:chExt cx="0" cy="0"/>
        </a:xfrm>
      </p:grpSpPr>
      <p:grpSp>
        <p:nvGrpSpPr>
          <p:cNvPr id="88" name="Google Shape;88;p6"/>
          <p:cNvGrpSpPr/>
          <p:nvPr/>
        </p:nvGrpSpPr>
        <p:grpSpPr>
          <a:xfrm>
            <a:off x="-3314700" y="-1185679"/>
            <a:ext cx="15049241" cy="7453129"/>
            <a:chOff x="-3314700" y="-1185679"/>
            <a:chExt cx="15049241" cy="7453129"/>
          </a:xfrm>
        </p:grpSpPr>
        <p:sp>
          <p:nvSpPr>
            <p:cNvPr id="89" name="Google Shape;89;p6"/>
            <p:cNvSpPr/>
            <p:nvPr/>
          </p:nvSpPr>
          <p:spPr>
            <a:xfrm>
              <a:off x="-1970201" y="-1185679"/>
              <a:ext cx="7435945" cy="5321998"/>
            </a:xfrm>
            <a:custGeom>
              <a:avLst/>
              <a:gdLst/>
              <a:ahLst/>
              <a:cxnLst/>
              <a:rect l="l" t="t" r="r" b="b"/>
              <a:pathLst>
                <a:path w="157725" h="107564" extrusionOk="0">
                  <a:moveTo>
                    <a:pt x="3487" y="0"/>
                  </a:moveTo>
                  <a:lnTo>
                    <a:pt x="0" y="69474"/>
                  </a:lnTo>
                  <a:lnTo>
                    <a:pt x="157725" y="107564"/>
                  </a:lnTo>
                  <a:lnTo>
                    <a:pt x="155579" y="21459"/>
                  </a:lnTo>
                  <a:close/>
                </a:path>
              </a:pathLst>
            </a:custGeom>
            <a:solidFill>
              <a:schemeClr val="lt2"/>
            </a:solidFill>
            <a:ln>
              <a:noFill/>
            </a:ln>
          </p:spPr>
        </p:sp>
        <p:sp>
          <p:nvSpPr>
            <p:cNvPr id="90" name="Google Shape;90;p6"/>
            <p:cNvSpPr/>
            <p:nvPr/>
          </p:nvSpPr>
          <p:spPr>
            <a:xfrm>
              <a:off x="-3314700" y="-80475"/>
              <a:ext cx="9524450" cy="3128475"/>
            </a:xfrm>
            <a:custGeom>
              <a:avLst/>
              <a:gdLst/>
              <a:ahLst/>
              <a:cxnLst/>
              <a:rect l="l" t="t" r="r" b="b"/>
              <a:pathLst>
                <a:path w="380978" h="125139" extrusionOk="0">
                  <a:moveTo>
                    <a:pt x="0" y="42843"/>
                  </a:moveTo>
                  <a:lnTo>
                    <a:pt x="75438" y="125139"/>
                  </a:lnTo>
                  <a:lnTo>
                    <a:pt x="380978" y="81277"/>
                  </a:lnTo>
                  <a:lnTo>
                    <a:pt x="316332" y="0"/>
                  </a:lnTo>
                  <a:close/>
                </a:path>
              </a:pathLst>
            </a:custGeom>
            <a:solidFill>
              <a:schemeClr val="accent2"/>
            </a:solidFill>
            <a:ln>
              <a:noFill/>
            </a:ln>
          </p:spPr>
        </p:sp>
        <p:sp>
          <p:nvSpPr>
            <p:cNvPr id="91" name="Google Shape;91;p6"/>
            <p:cNvSpPr/>
            <p:nvPr/>
          </p:nvSpPr>
          <p:spPr>
            <a:xfrm>
              <a:off x="-561975" y="1394850"/>
              <a:ext cx="7435926" cy="3614525"/>
            </a:xfrm>
            <a:custGeom>
              <a:avLst/>
              <a:gdLst/>
              <a:ahLst/>
              <a:cxnLst/>
              <a:rect l="l" t="t" r="r" b="b"/>
              <a:pathLst>
                <a:path w="267167" h="144581" extrusionOk="0">
                  <a:moveTo>
                    <a:pt x="105150" y="0"/>
                  </a:moveTo>
                  <a:lnTo>
                    <a:pt x="0" y="83959"/>
                  </a:lnTo>
                  <a:lnTo>
                    <a:pt x="179989" y="144581"/>
                  </a:lnTo>
                  <a:lnTo>
                    <a:pt x="267167" y="43991"/>
                  </a:lnTo>
                  <a:close/>
                </a:path>
              </a:pathLst>
            </a:custGeom>
            <a:solidFill>
              <a:schemeClr val="accent1"/>
            </a:solidFill>
            <a:ln>
              <a:noFill/>
            </a:ln>
          </p:spPr>
        </p:sp>
        <p:sp>
          <p:nvSpPr>
            <p:cNvPr id="92" name="Google Shape;92;p6"/>
            <p:cNvSpPr/>
            <p:nvPr/>
          </p:nvSpPr>
          <p:spPr>
            <a:xfrm>
              <a:off x="2548275" y="-53650"/>
              <a:ext cx="7376600" cy="3057925"/>
            </a:xfrm>
            <a:custGeom>
              <a:avLst/>
              <a:gdLst/>
              <a:ahLst/>
              <a:cxnLst/>
              <a:rect l="l" t="t" r="r" b="b"/>
              <a:pathLst>
                <a:path w="295064" h="122317" extrusionOk="0">
                  <a:moveTo>
                    <a:pt x="135730" y="13144"/>
                  </a:moveTo>
                  <a:lnTo>
                    <a:pt x="0" y="92006"/>
                  </a:lnTo>
                  <a:lnTo>
                    <a:pt x="295064" y="122317"/>
                  </a:lnTo>
                  <a:lnTo>
                    <a:pt x="209496" y="0"/>
                  </a:lnTo>
                  <a:close/>
                </a:path>
              </a:pathLst>
            </a:custGeom>
            <a:solidFill>
              <a:schemeClr val="dk2"/>
            </a:solidFill>
            <a:ln>
              <a:noFill/>
            </a:ln>
          </p:spPr>
        </p:sp>
        <p:sp>
          <p:nvSpPr>
            <p:cNvPr id="93" name="Google Shape;93;p6"/>
            <p:cNvSpPr/>
            <p:nvPr/>
          </p:nvSpPr>
          <p:spPr>
            <a:xfrm>
              <a:off x="-516350" y="1850850"/>
              <a:ext cx="6759625" cy="2803100"/>
            </a:xfrm>
            <a:custGeom>
              <a:avLst/>
              <a:gdLst/>
              <a:ahLst/>
              <a:cxnLst/>
              <a:rect l="l" t="t" r="r" b="b"/>
              <a:pathLst>
                <a:path w="270385" h="112124" extrusionOk="0">
                  <a:moveTo>
                    <a:pt x="41308" y="0"/>
                  </a:moveTo>
                  <a:lnTo>
                    <a:pt x="0" y="39431"/>
                  </a:lnTo>
                  <a:lnTo>
                    <a:pt x="88250" y="112124"/>
                  </a:lnTo>
                  <a:lnTo>
                    <a:pt x="270385" y="87715"/>
                  </a:lnTo>
                  <a:close/>
                </a:path>
              </a:pathLst>
            </a:custGeom>
            <a:solidFill>
              <a:schemeClr val="accent3"/>
            </a:solidFill>
            <a:ln>
              <a:noFill/>
            </a:ln>
          </p:spPr>
        </p:sp>
        <p:sp>
          <p:nvSpPr>
            <p:cNvPr id="94" name="Google Shape;94;p6"/>
            <p:cNvSpPr/>
            <p:nvPr/>
          </p:nvSpPr>
          <p:spPr>
            <a:xfrm>
              <a:off x="3929725" y="3353000"/>
              <a:ext cx="4526550" cy="1850850"/>
            </a:xfrm>
            <a:custGeom>
              <a:avLst/>
              <a:gdLst/>
              <a:ahLst/>
              <a:cxnLst/>
              <a:rect l="l" t="t" r="r" b="b"/>
              <a:pathLst>
                <a:path w="181062" h="74034" extrusionOk="0">
                  <a:moveTo>
                    <a:pt x="146995" y="0"/>
                  </a:moveTo>
                  <a:lnTo>
                    <a:pt x="0" y="19581"/>
                  </a:lnTo>
                  <a:lnTo>
                    <a:pt x="29238" y="74034"/>
                  </a:lnTo>
                  <a:lnTo>
                    <a:pt x="181062" y="71620"/>
                  </a:lnTo>
                  <a:close/>
                </a:path>
              </a:pathLst>
            </a:custGeom>
            <a:solidFill>
              <a:schemeClr val="lt2"/>
            </a:solidFill>
            <a:ln>
              <a:noFill/>
            </a:ln>
          </p:spPr>
        </p:sp>
        <p:sp>
          <p:nvSpPr>
            <p:cNvPr id="95" name="Google Shape;95;p6"/>
            <p:cNvSpPr/>
            <p:nvPr/>
          </p:nvSpPr>
          <p:spPr>
            <a:xfrm>
              <a:off x="-838200" y="3248025"/>
              <a:ext cx="3581400" cy="2638425"/>
            </a:xfrm>
            <a:custGeom>
              <a:avLst/>
              <a:gdLst/>
              <a:ahLst/>
              <a:cxnLst/>
              <a:rect l="l" t="t" r="r" b="b"/>
              <a:pathLst>
                <a:path w="143256" h="105537" extrusionOk="0">
                  <a:moveTo>
                    <a:pt x="78867" y="4191"/>
                  </a:moveTo>
                  <a:lnTo>
                    <a:pt x="24765" y="0"/>
                  </a:lnTo>
                  <a:lnTo>
                    <a:pt x="0" y="91059"/>
                  </a:lnTo>
                  <a:lnTo>
                    <a:pt x="143256" y="105537"/>
                  </a:lnTo>
                  <a:close/>
                </a:path>
              </a:pathLst>
            </a:custGeom>
            <a:solidFill>
              <a:schemeClr val="dk2"/>
            </a:solidFill>
            <a:ln>
              <a:noFill/>
            </a:ln>
          </p:spPr>
        </p:sp>
        <p:sp>
          <p:nvSpPr>
            <p:cNvPr id="96" name="Google Shape;96;p6"/>
            <p:cNvSpPr/>
            <p:nvPr/>
          </p:nvSpPr>
          <p:spPr>
            <a:xfrm>
              <a:off x="5457825" y="495300"/>
              <a:ext cx="4686300" cy="4733925"/>
            </a:xfrm>
            <a:custGeom>
              <a:avLst/>
              <a:gdLst/>
              <a:ahLst/>
              <a:cxnLst/>
              <a:rect l="l" t="t" r="r" b="b"/>
              <a:pathLst>
                <a:path w="187452" h="189357" extrusionOk="0">
                  <a:moveTo>
                    <a:pt x="187452" y="0"/>
                  </a:moveTo>
                  <a:lnTo>
                    <a:pt x="0" y="104013"/>
                  </a:lnTo>
                  <a:lnTo>
                    <a:pt x="160401" y="189357"/>
                  </a:lnTo>
                  <a:close/>
                </a:path>
              </a:pathLst>
            </a:custGeom>
            <a:solidFill>
              <a:schemeClr val="accent3"/>
            </a:solidFill>
            <a:ln>
              <a:noFill/>
            </a:ln>
          </p:spPr>
        </p:sp>
        <p:sp>
          <p:nvSpPr>
            <p:cNvPr id="97" name="Google Shape;97;p6"/>
            <p:cNvSpPr/>
            <p:nvPr/>
          </p:nvSpPr>
          <p:spPr>
            <a:xfrm>
              <a:off x="3267075" y="-495300"/>
              <a:ext cx="8467466" cy="2486025"/>
            </a:xfrm>
            <a:custGeom>
              <a:avLst/>
              <a:gdLst/>
              <a:ahLst/>
              <a:cxnLst/>
              <a:rect l="l" t="t" r="r" b="b"/>
              <a:pathLst>
                <a:path w="303276" h="99441" extrusionOk="0">
                  <a:moveTo>
                    <a:pt x="0" y="0"/>
                  </a:moveTo>
                  <a:lnTo>
                    <a:pt x="60579" y="49911"/>
                  </a:lnTo>
                  <a:lnTo>
                    <a:pt x="243078" y="99441"/>
                  </a:lnTo>
                  <a:lnTo>
                    <a:pt x="303276" y="66675"/>
                  </a:lnTo>
                  <a:lnTo>
                    <a:pt x="196596" y="1905"/>
                  </a:lnTo>
                  <a:close/>
                </a:path>
              </a:pathLst>
            </a:custGeom>
            <a:solidFill>
              <a:schemeClr val="accent1"/>
            </a:solidFill>
            <a:ln>
              <a:noFill/>
            </a:ln>
          </p:spPr>
        </p:sp>
        <p:sp>
          <p:nvSpPr>
            <p:cNvPr id="98" name="Google Shape;98;p6"/>
            <p:cNvSpPr/>
            <p:nvPr/>
          </p:nvSpPr>
          <p:spPr>
            <a:xfrm>
              <a:off x="685800" y="2190750"/>
              <a:ext cx="9353550" cy="4076700"/>
            </a:xfrm>
            <a:custGeom>
              <a:avLst/>
              <a:gdLst/>
              <a:ahLst/>
              <a:cxnLst/>
              <a:rect l="l" t="t" r="r" b="b"/>
              <a:pathLst>
                <a:path w="374142" h="163068" extrusionOk="0">
                  <a:moveTo>
                    <a:pt x="70104" y="75438"/>
                  </a:moveTo>
                  <a:lnTo>
                    <a:pt x="0" y="107823"/>
                  </a:lnTo>
                  <a:lnTo>
                    <a:pt x="224790" y="163068"/>
                  </a:lnTo>
                  <a:lnTo>
                    <a:pt x="374142" y="144018"/>
                  </a:lnTo>
                  <a:lnTo>
                    <a:pt x="230124" y="0"/>
                  </a:lnTo>
                  <a:close/>
                </a:path>
              </a:pathLst>
            </a:custGeom>
            <a:solidFill>
              <a:schemeClr val="accent2"/>
            </a:solidFill>
            <a:ln>
              <a:noFill/>
            </a:ln>
          </p:spPr>
        </p:sp>
      </p:grpSp>
      <p:sp>
        <p:nvSpPr>
          <p:cNvPr id="99" name="Google Shape;99;p6"/>
          <p:cNvSpPr/>
          <p:nvPr/>
        </p:nvSpPr>
        <p:spPr>
          <a:xfrm>
            <a:off x="414900" y="1284625"/>
            <a:ext cx="8322175" cy="3644100"/>
          </a:xfrm>
          <a:custGeom>
            <a:avLst/>
            <a:gdLst/>
            <a:ahLst/>
            <a:cxnLst/>
            <a:rect l="l" t="t" r="r" b="b"/>
            <a:pathLst>
              <a:path w="332887" h="145764" extrusionOk="0">
                <a:moveTo>
                  <a:pt x="0" y="0"/>
                </a:moveTo>
                <a:lnTo>
                  <a:pt x="332887" y="958"/>
                </a:lnTo>
                <a:lnTo>
                  <a:pt x="329812" y="145764"/>
                </a:lnTo>
                <a:lnTo>
                  <a:pt x="878" y="140432"/>
                </a:lnTo>
                <a:close/>
              </a:path>
            </a:pathLst>
          </a:custGeom>
          <a:solidFill>
            <a:schemeClr val="dk1"/>
          </a:solidFill>
          <a:ln w="38100" cap="flat" cmpd="sng">
            <a:solidFill>
              <a:schemeClr val="lt1"/>
            </a:solidFill>
            <a:prstDash val="solid"/>
            <a:round/>
            <a:headEnd type="none" w="med" len="med"/>
            <a:tailEnd type="none" w="med" len="med"/>
          </a:ln>
        </p:spPr>
      </p:sp>
      <p:sp>
        <p:nvSpPr>
          <p:cNvPr id="100" name="Google Shape;100;p6"/>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lt1"/>
              </a:buClr>
              <a:buSzPts val="32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1"/>
        <p:cNvGrpSpPr/>
        <p:nvPr/>
      </p:nvGrpSpPr>
      <p:grpSpPr>
        <a:xfrm>
          <a:off x="0" y="0"/>
          <a:ext cx="0" cy="0"/>
          <a:chOff x="0" y="0"/>
          <a:chExt cx="0" cy="0"/>
        </a:xfrm>
      </p:grpSpPr>
      <p:grpSp>
        <p:nvGrpSpPr>
          <p:cNvPr id="102" name="Google Shape;102;p7"/>
          <p:cNvGrpSpPr/>
          <p:nvPr/>
        </p:nvGrpSpPr>
        <p:grpSpPr>
          <a:xfrm>
            <a:off x="-3899850" y="-2063880"/>
            <a:ext cx="14910750" cy="8521830"/>
            <a:chOff x="-3899850" y="-2063880"/>
            <a:chExt cx="14910750" cy="8521830"/>
          </a:xfrm>
        </p:grpSpPr>
        <p:sp>
          <p:nvSpPr>
            <p:cNvPr id="103" name="Google Shape;103;p7"/>
            <p:cNvSpPr/>
            <p:nvPr/>
          </p:nvSpPr>
          <p:spPr>
            <a:xfrm>
              <a:off x="3042175" y="2171700"/>
              <a:ext cx="7968725" cy="3543300"/>
            </a:xfrm>
            <a:custGeom>
              <a:avLst/>
              <a:gdLst/>
              <a:ahLst/>
              <a:cxnLst/>
              <a:rect l="l" t="t" r="r" b="b"/>
              <a:pathLst>
                <a:path w="318749" h="141732" extrusionOk="0">
                  <a:moveTo>
                    <a:pt x="301985" y="105156"/>
                  </a:moveTo>
                  <a:lnTo>
                    <a:pt x="318749" y="0"/>
                  </a:lnTo>
                  <a:lnTo>
                    <a:pt x="0" y="67338"/>
                  </a:lnTo>
                  <a:lnTo>
                    <a:pt x="202163" y="141732"/>
                  </a:lnTo>
                  <a:close/>
                </a:path>
              </a:pathLst>
            </a:custGeom>
            <a:solidFill>
              <a:schemeClr val="accent2"/>
            </a:solidFill>
            <a:ln>
              <a:noFill/>
            </a:ln>
          </p:spPr>
        </p:sp>
        <p:sp>
          <p:nvSpPr>
            <p:cNvPr id="104" name="Google Shape;104;p7"/>
            <p:cNvSpPr/>
            <p:nvPr/>
          </p:nvSpPr>
          <p:spPr>
            <a:xfrm rot="10800000">
              <a:off x="-3899850" y="-461910"/>
              <a:ext cx="6377400" cy="3162248"/>
            </a:xfrm>
            <a:custGeom>
              <a:avLst/>
              <a:gdLst/>
              <a:ahLst/>
              <a:cxnLst/>
              <a:rect l="l" t="t" r="r" b="b"/>
              <a:pathLst>
                <a:path w="255096" h="93884" extrusionOk="0">
                  <a:moveTo>
                    <a:pt x="22532" y="26288"/>
                  </a:moveTo>
                  <a:lnTo>
                    <a:pt x="0" y="93884"/>
                  </a:lnTo>
                  <a:lnTo>
                    <a:pt x="255096" y="81277"/>
                  </a:lnTo>
                  <a:lnTo>
                    <a:pt x="190450" y="0"/>
                  </a:lnTo>
                  <a:close/>
                </a:path>
              </a:pathLst>
            </a:custGeom>
            <a:solidFill>
              <a:schemeClr val="dk2"/>
            </a:solidFill>
            <a:ln>
              <a:noFill/>
            </a:ln>
          </p:spPr>
        </p:sp>
        <p:sp>
          <p:nvSpPr>
            <p:cNvPr id="105" name="Google Shape;105;p7"/>
            <p:cNvSpPr/>
            <p:nvPr/>
          </p:nvSpPr>
          <p:spPr>
            <a:xfrm rot="9529261">
              <a:off x="-48852" y="-824740"/>
              <a:ext cx="7535465" cy="3614695"/>
            </a:xfrm>
            <a:custGeom>
              <a:avLst/>
              <a:gdLst/>
              <a:ahLst/>
              <a:cxnLst/>
              <a:rect l="l" t="t" r="r" b="b"/>
              <a:pathLst>
                <a:path w="267167" h="144581" extrusionOk="0">
                  <a:moveTo>
                    <a:pt x="105150" y="0"/>
                  </a:moveTo>
                  <a:lnTo>
                    <a:pt x="0" y="83959"/>
                  </a:lnTo>
                  <a:lnTo>
                    <a:pt x="179989" y="144581"/>
                  </a:lnTo>
                  <a:lnTo>
                    <a:pt x="267167" y="43991"/>
                  </a:lnTo>
                  <a:close/>
                </a:path>
              </a:pathLst>
            </a:custGeom>
            <a:solidFill>
              <a:schemeClr val="accent2"/>
            </a:solidFill>
            <a:ln>
              <a:noFill/>
            </a:ln>
          </p:spPr>
        </p:sp>
        <p:sp>
          <p:nvSpPr>
            <p:cNvPr id="106" name="Google Shape;106;p7"/>
            <p:cNvSpPr/>
            <p:nvPr/>
          </p:nvSpPr>
          <p:spPr>
            <a:xfrm rot="10800000">
              <a:off x="-2357184" y="2262200"/>
              <a:ext cx="7376600" cy="3057925"/>
            </a:xfrm>
            <a:custGeom>
              <a:avLst/>
              <a:gdLst/>
              <a:ahLst/>
              <a:cxnLst/>
              <a:rect l="l" t="t" r="r" b="b"/>
              <a:pathLst>
                <a:path w="295064" h="122317" extrusionOk="0">
                  <a:moveTo>
                    <a:pt x="135730" y="13144"/>
                  </a:moveTo>
                  <a:lnTo>
                    <a:pt x="0" y="92006"/>
                  </a:lnTo>
                  <a:lnTo>
                    <a:pt x="295064" y="122317"/>
                  </a:lnTo>
                  <a:lnTo>
                    <a:pt x="209496" y="0"/>
                  </a:lnTo>
                  <a:close/>
                </a:path>
              </a:pathLst>
            </a:custGeom>
            <a:solidFill>
              <a:schemeClr val="lt2"/>
            </a:solidFill>
            <a:ln>
              <a:noFill/>
            </a:ln>
          </p:spPr>
        </p:sp>
        <p:sp>
          <p:nvSpPr>
            <p:cNvPr id="107" name="Google Shape;107;p7"/>
            <p:cNvSpPr/>
            <p:nvPr/>
          </p:nvSpPr>
          <p:spPr>
            <a:xfrm rot="10800000">
              <a:off x="-3152722" y="1252475"/>
              <a:ext cx="6759625" cy="2803100"/>
            </a:xfrm>
            <a:custGeom>
              <a:avLst/>
              <a:gdLst/>
              <a:ahLst/>
              <a:cxnLst/>
              <a:rect l="l" t="t" r="r" b="b"/>
              <a:pathLst>
                <a:path w="270385" h="112124" extrusionOk="0">
                  <a:moveTo>
                    <a:pt x="41308" y="0"/>
                  </a:moveTo>
                  <a:lnTo>
                    <a:pt x="0" y="39431"/>
                  </a:lnTo>
                  <a:lnTo>
                    <a:pt x="88250" y="112124"/>
                  </a:lnTo>
                  <a:lnTo>
                    <a:pt x="270385" y="87715"/>
                  </a:lnTo>
                  <a:close/>
                </a:path>
              </a:pathLst>
            </a:custGeom>
            <a:solidFill>
              <a:schemeClr val="accent2"/>
            </a:solidFill>
            <a:ln>
              <a:noFill/>
            </a:ln>
          </p:spPr>
        </p:sp>
        <p:sp>
          <p:nvSpPr>
            <p:cNvPr id="108" name="Google Shape;108;p7"/>
            <p:cNvSpPr/>
            <p:nvPr/>
          </p:nvSpPr>
          <p:spPr>
            <a:xfrm>
              <a:off x="210625" y="3096725"/>
              <a:ext cx="7123625" cy="3023675"/>
            </a:xfrm>
            <a:custGeom>
              <a:avLst/>
              <a:gdLst/>
              <a:ahLst/>
              <a:cxnLst/>
              <a:rect l="l" t="t" r="r" b="b"/>
              <a:pathLst>
                <a:path w="284945" h="120947" extrusionOk="0">
                  <a:moveTo>
                    <a:pt x="226652" y="9525"/>
                  </a:moveTo>
                  <a:lnTo>
                    <a:pt x="170264" y="0"/>
                  </a:lnTo>
                  <a:lnTo>
                    <a:pt x="75011" y="13734"/>
                  </a:lnTo>
                  <a:lnTo>
                    <a:pt x="0" y="120947"/>
                  </a:lnTo>
                  <a:lnTo>
                    <a:pt x="284945" y="90253"/>
                  </a:lnTo>
                  <a:close/>
                </a:path>
              </a:pathLst>
            </a:custGeom>
            <a:solidFill>
              <a:schemeClr val="accent3"/>
            </a:solidFill>
            <a:ln>
              <a:noFill/>
            </a:ln>
          </p:spPr>
        </p:sp>
        <p:sp>
          <p:nvSpPr>
            <p:cNvPr id="109" name="Google Shape;109;p7"/>
            <p:cNvSpPr/>
            <p:nvPr/>
          </p:nvSpPr>
          <p:spPr>
            <a:xfrm>
              <a:off x="6915150" y="-553700"/>
              <a:ext cx="2933700" cy="3639800"/>
            </a:xfrm>
            <a:custGeom>
              <a:avLst/>
              <a:gdLst/>
              <a:ahLst/>
              <a:cxnLst/>
              <a:rect l="l" t="t" r="r" b="b"/>
              <a:pathLst>
                <a:path w="117348" h="145592" extrusionOk="0">
                  <a:moveTo>
                    <a:pt x="6979" y="109875"/>
                  </a:moveTo>
                  <a:lnTo>
                    <a:pt x="0" y="145592"/>
                  </a:lnTo>
                  <a:lnTo>
                    <a:pt x="117348" y="122732"/>
                  </a:lnTo>
                  <a:lnTo>
                    <a:pt x="105828" y="0"/>
                  </a:lnTo>
                  <a:close/>
                </a:path>
              </a:pathLst>
            </a:custGeom>
            <a:solidFill>
              <a:schemeClr val="dk2"/>
            </a:solidFill>
            <a:ln>
              <a:noFill/>
            </a:ln>
          </p:spPr>
        </p:sp>
        <p:sp>
          <p:nvSpPr>
            <p:cNvPr id="110" name="Google Shape;110;p7"/>
            <p:cNvSpPr/>
            <p:nvPr/>
          </p:nvSpPr>
          <p:spPr>
            <a:xfrm rot="10800000">
              <a:off x="-1848434" y="4195750"/>
              <a:ext cx="4410075" cy="1733550"/>
            </a:xfrm>
            <a:custGeom>
              <a:avLst/>
              <a:gdLst/>
              <a:ahLst/>
              <a:cxnLst/>
              <a:rect l="l" t="t" r="r" b="b"/>
              <a:pathLst>
                <a:path w="176403" h="69342" extrusionOk="0">
                  <a:moveTo>
                    <a:pt x="60579" y="0"/>
                  </a:moveTo>
                  <a:lnTo>
                    <a:pt x="0" y="69342"/>
                  </a:lnTo>
                  <a:lnTo>
                    <a:pt x="176403" y="64770"/>
                  </a:lnTo>
                  <a:lnTo>
                    <a:pt x="97155" y="6096"/>
                  </a:lnTo>
                  <a:close/>
                </a:path>
              </a:pathLst>
            </a:custGeom>
            <a:solidFill>
              <a:schemeClr val="accent1"/>
            </a:solidFill>
            <a:ln>
              <a:noFill/>
            </a:ln>
          </p:spPr>
        </p:sp>
        <p:sp>
          <p:nvSpPr>
            <p:cNvPr id="111" name="Google Shape;111;p7"/>
            <p:cNvSpPr/>
            <p:nvPr/>
          </p:nvSpPr>
          <p:spPr>
            <a:xfrm rot="10800000">
              <a:off x="4400608" y="-296972"/>
              <a:ext cx="5000565" cy="2559160"/>
            </a:xfrm>
            <a:custGeom>
              <a:avLst/>
              <a:gdLst/>
              <a:ahLst/>
              <a:cxnLst/>
              <a:rect l="l" t="t" r="r" b="b"/>
              <a:pathLst>
                <a:path w="88011" h="60579" extrusionOk="0">
                  <a:moveTo>
                    <a:pt x="0" y="55245"/>
                  </a:moveTo>
                  <a:lnTo>
                    <a:pt x="11049" y="4572"/>
                  </a:lnTo>
                  <a:lnTo>
                    <a:pt x="56007" y="0"/>
                  </a:lnTo>
                  <a:lnTo>
                    <a:pt x="88011" y="60579"/>
                  </a:lnTo>
                  <a:close/>
                </a:path>
              </a:pathLst>
            </a:custGeom>
            <a:solidFill>
              <a:schemeClr val="accent1"/>
            </a:solidFill>
            <a:ln>
              <a:noFill/>
            </a:ln>
          </p:spPr>
        </p:sp>
        <p:sp>
          <p:nvSpPr>
            <p:cNvPr id="112" name="Google Shape;112;p7"/>
            <p:cNvSpPr/>
            <p:nvPr/>
          </p:nvSpPr>
          <p:spPr>
            <a:xfrm>
              <a:off x="4438650" y="3943350"/>
              <a:ext cx="4229100" cy="2514600"/>
            </a:xfrm>
            <a:custGeom>
              <a:avLst/>
              <a:gdLst/>
              <a:ahLst/>
              <a:cxnLst/>
              <a:rect l="l" t="t" r="r" b="b"/>
              <a:pathLst>
                <a:path w="169164" h="100584" extrusionOk="0">
                  <a:moveTo>
                    <a:pt x="32004" y="13716"/>
                  </a:moveTo>
                  <a:lnTo>
                    <a:pt x="0" y="100584"/>
                  </a:lnTo>
                  <a:lnTo>
                    <a:pt x="169164" y="68580"/>
                  </a:lnTo>
                  <a:lnTo>
                    <a:pt x="102108" y="0"/>
                  </a:lnTo>
                  <a:close/>
                </a:path>
              </a:pathLst>
            </a:custGeom>
            <a:solidFill>
              <a:schemeClr val="dk2"/>
            </a:solidFill>
            <a:ln>
              <a:noFill/>
            </a:ln>
          </p:spPr>
        </p:sp>
      </p:grpSp>
      <p:sp>
        <p:nvSpPr>
          <p:cNvPr id="113" name="Google Shape;113;p7"/>
          <p:cNvSpPr/>
          <p:nvPr/>
        </p:nvSpPr>
        <p:spPr>
          <a:xfrm>
            <a:off x="619125" y="1200150"/>
            <a:ext cx="7943850" cy="3571875"/>
          </a:xfrm>
          <a:custGeom>
            <a:avLst/>
            <a:gdLst/>
            <a:ahLst/>
            <a:cxnLst/>
            <a:rect l="l" t="t" r="r" b="b"/>
            <a:pathLst>
              <a:path w="317754" h="142875" extrusionOk="0">
                <a:moveTo>
                  <a:pt x="0" y="4191"/>
                </a:moveTo>
                <a:lnTo>
                  <a:pt x="4191" y="142875"/>
                </a:lnTo>
                <a:lnTo>
                  <a:pt x="316611" y="139065"/>
                </a:lnTo>
                <a:lnTo>
                  <a:pt x="317754" y="0"/>
                </a:lnTo>
                <a:close/>
              </a:path>
            </a:pathLst>
          </a:custGeom>
          <a:solidFill>
            <a:schemeClr val="dk1"/>
          </a:solidFill>
          <a:ln w="38100" cap="flat" cmpd="sng">
            <a:solidFill>
              <a:schemeClr val="lt1"/>
            </a:solidFill>
            <a:prstDash val="solid"/>
            <a:round/>
            <a:headEnd type="none" w="med" len="med"/>
            <a:tailEnd type="none" w="med" len="med"/>
          </a:ln>
        </p:spPr>
      </p:sp>
      <p:sp>
        <p:nvSpPr>
          <p:cNvPr id="114" name="Google Shape;114;p7"/>
          <p:cNvSpPr txBox="1">
            <a:spLocks noGrp="1"/>
          </p:cNvSpPr>
          <p:nvPr>
            <p:ph type="subTitle" idx="1"/>
          </p:nvPr>
        </p:nvSpPr>
        <p:spPr>
          <a:xfrm>
            <a:off x="783575" y="1627100"/>
            <a:ext cx="3645300" cy="2780400"/>
          </a:xfrm>
          <a:prstGeom prst="rect">
            <a:avLst/>
          </a:prstGeom>
        </p:spPr>
        <p:txBody>
          <a:bodyPr spcFirstLastPara="1" wrap="square" lIns="91425" tIns="91425" rIns="91425" bIns="91425" anchor="ctr" anchorCtr="0">
            <a:noAutofit/>
          </a:bodyPr>
          <a:lstStyle>
            <a:lvl1pPr lvl="0">
              <a:spcBef>
                <a:spcPts val="0"/>
              </a:spcBef>
              <a:spcAft>
                <a:spcPts val="0"/>
              </a:spcAft>
              <a:buSzPts val="1000"/>
              <a:buFont typeface="Anaheim"/>
              <a:buChar char="■"/>
              <a:defRPr/>
            </a:lvl1pPr>
            <a:lvl2pPr lvl="1">
              <a:spcBef>
                <a:spcPts val="0"/>
              </a:spcBef>
              <a:spcAft>
                <a:spcPts val="0"/>
              </a:spcAft>
              <a:buClr>
                <a:srgbClr val="595959"/>
              </a:buClr>
              <a:buSzPts val="1400"/>
              <a:buFont typeface="Anaheim"/>
              <a:buChar char="○"/>
              <a:defRPr/>
            </a:lvl2pPr>
            <a:lvl3pPr lvl="2">
              <a:spcBef>
                <a:spcPts val="0"/>
              </a:spcBef>
              <a:spcAft>
                <a:spcPts val="0"/>
              </a:spcAft>
              <a:buClr>
                <a:srgbClr val="595959"/>
              </a:buClr>
              <a:buSzPts val="1400"/>
              <a:buFont typeface="Anaheim"/>
              <a:buChar char="■"/>
              <a:defRPr/>
            </a:lvl3pPr>
            <a:lvl4pPr lvl="3">
              <a:spcBef>
                <a:spcPts val="0"/>
              </a:spcBef>
              <a:spcAft>
                <a:spcPts val="0"/>
              </a:spcAft>
              <a:buClr>
                <a:srgbClr val="595959"/>
              </a:buClr>
              <a:buSzPts val="1400"/>
              <a:buFont typeface="Anaheim"/>
              <a:buChar char="●"/>
              <a:defRPr/>
            </a:lvl4pPr>
            <a:lvl5pPr lvl="4">
              <a:spcBef>
                <a:spcPts val="0"/>
              </a:spcBef>
              <a:spcAft>
                <a:spcPts val="0"/>
              </a:spcAft>
              <a:buClr>
                <a:srgbClr val="595959"/>
              </a:buClr>
              <a:buSzPts val="1400"/>
              <a:buFont typeface="Anaheim"/>
              <a:buChar char="○"/>
              <a:defRPr/>
            </a:lvl5pPr>
            <a:lvl6pPr lvl="5">
              <a:spcBef>
                <a:spcPts val="0"/>
              </a:spcBef>
              <a:spcAft>
                <a:spcPts val="0"/>
              </a:spcAft>
              <a:buClr>
                <a:srgbClr val="595959"/>
              </a:buClr>
              <a:buSzPts val="1400"/>
              <a:buFont typeface="Anaheim"/>
              <a:buChar char="■"/>
              <a:defRPr/>
            </a:lvl6pPr>
            <a:lvl7pPr lvl="6">
              <a:spcBef>
                <a:spcPts val="0"/>
              </a:spcBef>
              <a:spcAft>
                <a:spcPts val="0"/>
              </a:spcAft>
              <a:buClr>
                <a:srgbClr val="595959"/>
              </a:buClr>
              <a:buSzPts val="1400"/>
              <a:buFont typeface="Anaheim"/>
              <a:buChar char="●"/>
              <a:defRPr/>
            </a:lvl7pPr>
            <a:lvl8pPr lvl="7">
              <a:spcBef>
                <a:spcPts val="0"/>
              </a:spcBef>
              <a:spcAft>
                <a:spcPts val="0"/>
              </a:spcAft>
              <a:buClr>
                <a:srgbClr val="595959"/>
              </a:buClr>
              <a:buSzPts val="1400"/>
              <a:buFont typeface="Anaheim"/>
              <a:buChar char="○"/>
              <a:defRPr/>
            </a:lvl8pPr>
            <a:lvl9pPr lvl="8">
              <a:spcBef>
                <a:spcPts val="0"/>
              </a:spcBef>
              <a:spcAft>
                <a:spcPts val="0"/>
              </a:spcAft>
              <a:buClr>
                <a:srgbClr val="595959"/>
              </a:buClr>
              <a:buSzPts val="1400"/>
              <a:buFont typeface="Anaheim"/>
              <a:buChar char="■"/>
              <a:defRPr/>
            </a:lvl9pPr>
          </a:lstStyle>
          <a:p>
            <a:endParaRPr/>
          </a:p>
        </p:txBody>
      </p:sp>
      <p:sp>
        <p:nvSpPr>
          <p:cNvPr id="115" name="Google Shape;115;p7"/>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2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16"/>
        <p:cNvGrpSpPr/>
        <p:nvPr/>
      </p:nvGrpSpPr>
      <p:grpSpPr>
        <a:xfrm>
          <a:off x="0" y="0"/>
          <a:ext cx="0" cy="0"/>
          <a:chOff x="0" y="0"/>
          <a:chExt cx="0" cy="0"/>
        </a:xfrm>
      </p:grpSpPr>
      <p:grpSp>
        <p:nvGrpSpPr>
          <p:cNvPr id="117" name="Google Shape;117;p8"/>
          <p:cNvGrpSpPr/>
          <p:nvPr/>
        </p:nvGrpSpPr>
        <p:grpSpPr>
          <a:xfrm flipH="1">
            <a:off x="-3614841" y="-2244893"/>
            <a:ext cx="15584694" cy="9714462"/>
            <a:chOff x="-3614841" y="-2244893"/>
            <a:chExt cx="15584694" cy="9714462"/>
          </a:xfrm>
        </p:grpSpPr>
        <p:sp>
          <p:nvSpPr>
            <p:cNvPr id="118" name="Google Shape;118;p8"/>
            <p:cNvSpPr/>
            <p:nvPr/>
          </p:nvSpPr>
          <p:spPr>
            <a:xfrm rot="10800000">
              <a:off x="-3282434" y="1040513"/>
              <a:ext cx="7376600" cy="3057925"/>
            </a:xfrm>
            <a:custGeom>
              <a:avLst/>
              <a:gdLst/>
              <a:ahLst/>
              <a:cxnLst/>
              <a:rect l="l" t="t" r="r" b="b"/>
              <a:pathLst>
                <a:path w="295064" h="122317" extrusionOk="0">
                  <a:moveTo>
                    <a:pt x="135730" y="13144"/>
                  </a:moveTo>
                  <a:lnTo>
                    <a:pt x="0" y="92006"/>
                  </a:lnTo>
                  <a:lnTo>
                    <a:pt x="295064" y="122317"/>
                  </a:lnTo>
                  <a:lnTo>
                    <a:pt x="209496" y="0"/>
                  </a:lnTo>
                  <a:close/>
                </a:path>
              </a:pathLst>
            </a:custGeom>
            <a:solidFill>
              <a:schemeClr val="dk2"/>
            </a:solidFill>
            <a:ln>
              <a:noFill/>
            </a:ln>
          </p:spPr>
        </p:sp>
        <p:sp>
          <p:nvSpPr>
            <p:cNvPr id="119" name="Google Shape;119;p8"/>
            <p:cNvSpPr/>
            <p:nvPr/>
          </p:nvSpPr>
          <p:spPr>
            <a:xfrm rot="10800000">
              <a:off x="5072700" y="-857198"/>
              <a:ext cx="6377400" cy="3162248"/>
            </a:xfrm>
            <a:custGeom>
              <a:avLst/>
              <a:gdLst/>
              <a:ahLst/>
              <a:cxnLst/>
              <a:rect l="l" t="t" r="r" b="b"/>
              <a:pathLst>
                <a:path w="255096" h="93884" extrusionOk="0">
                  <a:moveTo>
                    <a:pt x="22532" y="26288"/>
                  </a:moveTo>
                  <a:lnTo>
                    <a:pt x="0" y="93884"/>
                  </a:lnTo>
                  <a:lnTo>
                    <a:pt x="255096" y="81277"/>
                  </a:lnTo>
                  <a:lnTo>
                    <a:pt x="190450" y="0"/>
                  </a:lnTo>
                  <a:close/>
                </a:path>
              </a:pathLst>
            </a:custGeom>
            <a:solidFill>
              <a:schemeClr val="accent2"/>
            </a:solidFill>
            <a:ln>
              <a:noFill/>
            </a:ln>
          </p:spPr>
        </p:sp>
        <p:sp>
          <p:nvSpPr>
            <p:cNvPr id="120" name="Google Shape;120;p8"/>
            <p:cNvSpPr/>
            <p:nvPr/>
          </p:nvSpPr>
          <p:spPr>
            <a:xfrm rot="9529261">
              <a:off x="713148" y="-1005752"/>
              <a:ext cx="7535465" cy="3614695"/>
            </a:xfrm>
            <a:custGeom>
              <a:avLst/>
              <a:gdLst/>
              <a:ahLst/>
              <a:cxnLst/>
              <a:rect l="l" t="t" r="r" b="b"/>
              <a:pathLst>
                <a:path w="267167" h="144581" extrusionOk="0">
                  <a:moveTo>
                    <a:pt x="105150" y="0"/>
                  </a:moveTo>
                  <a:lnTo>
                    <a:pt x="0" y="83959"/>
                  </a:lnTo>
                  <a:lnTo>
                    <a:pt x="179989" y="144581"/>
                  </a:lnTo>
                  <a:lnTo>
                    <a:pt x="267167" y="43991"/>
                  </a:lnTo>
                  <a:close/>
                </a:path>
              </a:pathLst>
            </a:custGeom>
            <a:solidFill>
              <a:schemeClr val="accent1"/>
            </a:solidFill>
            <a:ln>
              <a:noFill/>
            </a:ln>
          </p:spPr>
        </p:sp>
        <p:sp>
          <p:nvSpPr>
            <p:cNvPr id="121" name="Google Shape;121;p8"/>
            <p:cNvSpPr/>
            <p:nvPr/>
          </p:nvSpPr>
          <p:spPr>
            <a:xfrm rot="10800000">
              <a:off x="3414966" y="3788988"/>
              <a:ext cx="7376600" cy="3057925"/>
            </a:xfrm>
            <a:custGeom>
              <a:avLst/>
              <a:gdLst/>
              <a:ahLst/>
              <a:cxnLst/>
              <a:rect l="l" t="t" r="r" b="b"/>
              <a:pathLst>
                <a:path w="295064" h="122317" extrusionOk="0">
                  <a:moveTo>
                    <a:pt x="135730" y="13144"/>
                  </a:moveTo>
                  <a:lnTo>
                    <a:pt x="0" y="92006"/>
                  </a:lnTo>
                  <a:lnTo>
                    <a:pt x="295064" y="122317"/>
                  </a:lnTo>
                  <a:lnTo>
                    <a:pt x="209496" y="0"/>
                  </a:lnTo>
                  <a:close/>
                </a:path>
              </a:pathLst>
            </a:custGeom>
            <a:solidFill>
              <a:schemeClr val="dk2"/>
            </a:solidFill>
            <a:ln>
              <a:noFill/>
            </a:ln>
          </p:spPr>
        </p:sp>
        <p:sp>
          <p:nvSpPr>
            <p:cNvPr id="122" name="Google Shape;122;p8"/>
            <p:cNvSpPr/>
            <p:nvPr/>
          </p:nvSpPr>
          <p:spPr>
            <a:xfrm rot="10800000">
              <a:off x="5210228" y="1584538"/>
              <a:ext cx="6759625" cy="2803100"/>
            </a:xfrm>
            <a:custGeom>
              <a:avLst/>
              <a:gdLst/>
              <a:ahLst/>
              <a:cxnLst/>
              <a:rect l="l" t="t" r="r" b="b"/>
              <a:pathLst>
                <a:path w="270385" h="112124" extrusionOk="0">
                  <a:moveTo>
                    <a:pt x="41308" y="0"/>
                  </a:moveTo>
                  <a:lnTo>
                    <a:pt x="0" y="39431"/>
                  </a:lnTo>
                  <a:lnTo>
                    <a:pt x="88250" y="112124"/>
                  </a:lnTo>
                  <a:lnTo>
                    <a:pt x="270385" y="87715"/>
                  </a:lnTo>
                  <a:close/>
                </a:path>
              </a:pathLst>
            </a:custGeom>
            <a:solidFill>
              <a:schemeClr val="accent3"/>
            </a:solidFill>
            <a:ln>
              <a:noFill/>
            </a:ln>
          </p:spPr>
        </p:sp>
        <p:sp>
          <p:nvSpPr>
            <p:cNvPr id="123" name="Google Shape;123;p8"/>
            <p:cNvSpPr/>
            <p:nvPr/>
          </p:nvSpPr>
          <p:spPr>
            <a:xfrm>
              <a:off x="1010725" y="3448050"/>
              <a:ext cx="5666300" cy="3023675"/>
            </a:xfrm>
            <a:custGeom>
              <a:avLst/>
              <a:gdLst/>
              <a:ahLst/>
              <a:cxnLst/>
              <a:rect l="l" t="t" r="r" b="b"/>
              <a:pathLst>
                <a:path w="226652" h="120947" extrusionOk="0">
                  <a:moveTo>
                    <a:pt x="226652" y="9525"/>
                  </a:moveTo>
                  <a:lnTo>
                    <a:pt x="170264" y="0"/>
                  </a:lnTo>
                  <a:lnTo>
                    <a:pt x="75011" y="13734"/>
                  </a:lnTo>
                  <a:lnTo>
                    <a:pt x="0" y="120947"/>
                  </a:lnTo>
                  <a:lnTo>
                    <a:pt x="173873" y="109036"/>
                  </a:lnTo>
                  <a:close/>
                </a:path>
              </a:pathLst>
            </a:custGeom>
            <a:solidFill>
              <a:schemeClr val="accent2"/>
            </a:solidFill>
            <a:ln>
              <a:noFill/>
            </a:ln>
          </p:spPr>
        </p:sp>
        <p:sp>
          <p:nvSpPr>
            <p:cNvPr id="124" name="Google Shape;124;p8"/>
            <p:cNvSpPr/>
            <p:nvPr/>
          </p:nvSpPr>
          <p:spPr>
            <a:xfrm rot="-9131884">
              <a:off x="-3053187" y="2383397"/>
              <a:ext cx="6039861" cy="3902927"/>
            </a:xfrm>
            <a:custGeom>
              <a:avLst/>
              <a:gdLst/>
              <a:ahLst/>
              <a:cxnLst/>
              <a:rect l="l" t="t" r="r" b="b"/>
              <a:pathLst>
                <a:path w="96774" h="129921" extrusionOk="0">
                  <a:moveTo>
                    <a:pt x="38862" y="0"/>
                  </a:moveTo>
                  <a:lnTo>
                    <a:pt x="0" y="42291"/>
                  </a:lnTo>
                  <a:lnTo>
                    <a:pt x="19431" y="129921"/>
                  </a:lnTo>
                  <a:lnTo>
                    <a:pt x="96774" y="25527"/>
                  </a:lnTo>
                  <a:close/>
                </a:path>
              </a:pathLst>
            </a:custGeom>
            <a:solidFill>
              <a:schemeClr val="accent1"/>
            </a:solidFill>
            <a:ln>
              <a:noFill/>
            </a:ln>
          </p:spPr>
        </p:sp>
        <p:sp>
          <p:nvSpPr>
            <p:cNvPr id="125" name="Google Shape;125;p8"/>
            <p:cNvSpPr/>
            <p:nvPr/>
          </p:nvSpPr>
          <p:spPr>
            <a:xfrm>
              <a:off x="6450013" y="3038452"/>
              <a:ext cx="4474575" cy="1733550"/>
            </a:xfrm>
            <a:custGeom>
              <a:avLst/>
              <a:gdLst/>
              <a:ahLst/>
              <a:cxnLst/>
              <a:rect l="l" t="t" r="r" b="b"/>
              <a:pathLst>
                <a:path w="178983" h="69342" extrusionOk="0">
                  <a:moveTo>
                    <a:pt x="118404" y="69342"/>
                  </a:moveTo>
                  <a:lnTo>
                    <a:pt x="178983" y="0"/>
                  </a:lnTo>
                  <a:lnTo>
                    <a:pt x="2580" y="4572"/>
                  </a:lnTo>
                  <a:lnTo>
                    <a:pt x="0" y="54683"/>
                  </a:lnTo>
                  <a:close/>
                </a:path>
              </a:pathLst>
            </a:custGeom>
            <a:solidFill>
              <a:schemeClr val="accent1"/>
            </a:solidFill>
            <a:ln>
              <a:noFill/>
            </a:ln>
          </p:spPr>
        </p:sp>
        <p:sp>
          <p:nvSpPr>
            <p:cNvPr id="126" name="Google Shape;126;p8"/>
            <p:cNvSpPr/>
            <p:nvPr/>
          </p:nvSpPr>
          <p:spPr>
            <a:xfrm rot="10800000">
              <a:off x="-2304992" y="-254110"/>
              <a:ext cx="5000565" cy="2559160"/>
            </a:xfrm>
            <a:custGeom>
              <a:avLst/>
              <a:gdLst/>
              <a:ahLst/>
              <a:cxnLst/>
              <a:rect l="l" t="t" r="r" b="b"/>
              <a:pathLst>
                <a:path w="88011" h="60579" extrusionOk="0">
                  <a:moveTo>
                    <a:pt x="0" y="55245"/>
                  </a:moveTo>
                  <a:lnTo>
                    <a:pt x="11049" y="4572"/>
                  </a:lnTo>
                  <a:lnTo>
                    <a:pt x="56007" y="0"/>
                  </a:lnTo>
                  <a:lnTo>
                    <a:pt x="88011" y="60579"/>
                  </a:lnTo>
                  <a:close/>
                </a:path>
              </a:pathLst>
            </a:custGeom>
            <a:solidFill>
              <a:schemeClr val="accent3"/>
            </a:solidFill>
            <a:ln>
              <a:noFill/>
            </a:ln>
          </p:spPr>
        </p:sp>
      </p:grpSp>
      <p:sp>
        <p:nvSpPr>
          <p:cNvPr id="127" name="Google Shape;127;p8"/>
          <p:cNvSpPr/>
          <p:nvPr/>
        </p:nvSpPr>
        <p:spPr>
          <a:xfrm flipH="1">
            <a:off x="299725" y="367400"/>
            <a:ext cx="8309039" cy="4408874"/>
          </a:xfrm>
          <a:custGeom>
            <a:avLst/>
            <a:gdLst/>
            <a:ahLst/>
            <a:cxnLst/>
            <a:rect l="l" t="t" r="r" b="b"/>
            <a:pathLst>
              <a:path w="320040" h="169817" extrusionOk="0">
                <a:moveTo>
                  <a:pt x="0" y="0"/>
                </a:moveTo>
                <a:lnTo>
                  <a:pt x="1633" y="167531"/>
                </a:lnTo>
                <a:lnTo>
                  <a:pt x="320040" y="169817"/>
                </a:lnTo>
                <a:lnTo>
                  <a:pt x="310243" y="4246"/>
                </a:lnTo>
                <a:close/>
              </a:path>
            </a:pathLst>
          </a:custGeom>
          <a:solidFill>
            <a:srgbClr val="F3F3F3"/>
          </a:solidFill>
          <a:ln w="38100" cap="flat" cmpd="sng">
            <a:solidFill>
              <a:srgbClr val="ECE6D6"/>
            </a:solidFill>
            <a:prstDash val="solid"/>
            <a:miter lim="8000"/>
            <a:headEnd type="none" w="med" len="med"/>
            <a:tailEnd type="none" w="med" len="med"/>
          </a:ln>
        </p:spPr>
      </p:sp>
      <p:sp>
        <p:nvSpPr>
          <p:cNvPr id="128" name="Google Shape;128;p8"/>
          <p:cNvSpPr txBox="1">
            <a:spLocks noGrp="1"/>
          </p:cNvSpPr>
          <p:nvPr>
            <p:ph type="title"/>
          </p:nvPr>
        </p:nvSpPr>
        <p:spPr>
          <a:xfrm>
            <a:off x="1624200" y="1497900"/>
            <a:ext cx="5895600" cy="21477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8000">
                <a:solidFill>
                  <a:schemeClr val="lt1"/>
                </a:solidFill>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29"/>
        <p:cNvGrpSpPr/>
        <p:nvPr/>
      </p:nvGrpSpPr>
      <p:grpSpPr>
        <a:xfrm>
          <a:off x="0" y="0"/>
          <a:ext cx="0" cy="0"/>
          <a:chOff x="0" y="0"/>
          <a:chExt cx="0" cy="0"/>
        </a:xfrm>
      </p:grpSpPr>
      <p:grpSp>
        <p:nvGrpSpPr>
          <p:cNvPr id="130" name="Google Shape;130;p9"/>
          <p:cNvGrpSpPr/>
          <p:nvPr/>
        </p:nvGrpSpPr>
        <p:grpSpPr>
          <a:xfrm rot="10800000" flipH="1">
            <a:off x="-3614841" y="-2244893"/>
            <a:ext cx="15584694" cy="9714462"/>
            <a:chOff x="-3614841" y="-2244893"/>
            <a:chExt cx="15584694" cy="9714462"/>
          </a:xfrm>
        </p:grpSpPr>
        <p:sp>
          <p:nvSpPr>
            <p:cNvPr id="131" name="Google Shape;131;p9"/>
            <p:cNvSpPr/>
            <p:nvPr/>
          </p:nvSpPr>
          <p:spPr>
            <a:xfrm rot="10800000">
              <a:off x="-3282434" y="1040513"/>
              <a:ext cx="7376600" cy="3057925"/>
            </a:xfrm>
            <a:custGeom>
              <a:avLst/>
              <a:gdLst/>
              <a:ahLst/>
              <a:cxnLst/>
              <a:rect l="l" t="t" r="r" b="b"/>
              <a:pathLst>
                <a:path w="295064" h="122317" extrusionOk="0">
                  <a:moveTo>
                    <a:pt x="135730" y="13144"/>
                  </a:moveTo>
                  <a:lnTo>
                    <a:pt x="0" y="92006"/>
                  </a:lnTo>
                  <a:lnTo>
                    <a:pt x="295064" y="122317"/>
                  </a:lnTo>
                  <a:lnTo>
                    <a:pt x="209496" y="0"/>
                  </a:lnTo>
                  <a:close/>
                </a:path>
              </a:pathLst>
            </a:custGeom>
            <a:solidFill>
              <a:schemeClr val="dk2"/>
            </a:solidFill>
            <a:ln>
              <a:noFill/>
            </a:ln>
          </p:spPr>
        </p:sp>
        <p:sp>
          <p:nvSpPr>
            <p:cNvPr id="132" name="Google Shape;132;p9"/>
            <p:cNvSpPr/>
            <p:nvPr/>
          </p:nvSpPr>
          <p:spPr>
            <a:xfrm rot="10800000">
              <a:off x="5072700" y="-857198"/>
              <a:ext cx="6377400" cy="3162248"/>
            </a:xfrm>
            <a:custGeom>
              <a:avLst/>
              <a:gdLst/>
              <a:ahLst/>
              <a:cxnLst/>
              <a:rect l="l" t="t" r="r" b="b"/>
              <a:pathLst>
                <a:path w="255096" h="93884" extrusionOk="0">
                  <a:moveTo>
                    <a:pt x="22532" y="26288"/>
                  </a:moveTo>
                  <a:lnTo>
                    <a:pt x="0" y="93884"/>
                  </a:lnTo>
                  <a:lnTo>
                    <a:pt x="255096" y="81277"/>
                  </a:lnTo>
                  <a:lnTo>
                    <a:pt x="190450" y="0"/>
                  </a:lnTo>
                  <a:close/>
                </a:path>
              </a:pathLst>
            </a:custGeom>
            <a:solidFill>
              <a:schemeClr val="accent2"/>
            </a:solidFill>
            <a:ln>
              <a:noFill/>
            </a:ln>
          </p:spPr>
        </p:sp>
        <p:sp>
          <p:nvSpPr>
            <p:cNvPr id="133" name="Google Shape;133;p9"/>
            <p:cNvSpPr/>
            <p:nvPr/>
          </p:nvSpPr>
          <p:spPr>
            <a:xfrm rot="9529261">
              <a:off x="713148" y="-1005752"/>
              <a:ext cx="7535465" cy="3614695"/>
            </a:xfrm>
            <a:custGeom>
              <a:avLst/>
              <a:gdLst/>
              <a:ahLst/>
              <a:cxnLst/>
              <a:rect l="l" t="t" r="r" b="b"/>
              <a:pathLst>
                <a:path w="267167" h="144581" extrusionOk="0">
                  <a:moveTo>
                    <a:pt x="105150" y="0"/>
                  </a:moveTo>
                  <a:lnTo>
                    <a:pt x="0" y="83959"/>
                  </a:lnTo>
                  <a:lnTo>
                    <a:pt x="179989" y="144581"/>
                  </a:lnTo>
                  <a:lnTo>
                    <a:pt x="267167" y="43991"/>
                  </a:lnTo>
                  <a:close/>
                </a:path>
              </a:pathLst>
            </a:custGeom>
            <a:solidFill>
              <a:schemeClr val="accent1"/>
            </a:solidFill>
            <a:ln>
              <a:noFill/>
            </a:ln>
          </p:spPr>
        </p:sp>
        <p:sp>
          <p:nvSpPr>
            <p:cNvPr id="134" name="Google Shape;134;p9"/>
            <p:cNvSpPr/>
            <p:nvPr/>
          </p:nvSpPr>
          <p:spPr>
            <a:xfrm rot="10800000">
              <a:off x="3414966" y="3788988"/>
              <a:ext cx="7376600" cy="3057925"/>
            </a:xfrm>
            <a:custGeom>
              <a:avLst/>
              <a:gdLst/>
              <a:ahLst/>
              <a:cxnLst/>
              <a:rect l="l" t="t" r="r" b="b"/>
              <a:pathLst>
                <a:path w="295064" h="122317" extrusionOk="0">
                  <a:moveTo>
                    <a:pt x="135730" y="13144"/>
                  </a:moveTo>
                  <a:lnTo>
                    <a:pt x="0" y="92006"/>
                  </a:lnTo>
                  <a:lnTo>
                    <a:pt x="295064" y="122317"/>
                  </a:lnTo>
                  <a:lnTo>
                    <a:pt x="209496" y="0"/>
                  </a:lnTo>
                  <a:close/>
                </a:path>
              </a:pathLst>
            </a:custGeom>
            <a:solidFill>
              <a:schemeClr val="dk2"/>
            </a:solidFill>
            <a:ln>
              <a:noFill/>
            </a:ln>
          </p:spPr>
        </p:sp>
        <p:sp>
          <p:nvSpPr>
            <p:cNvPr id="135" name="Google Shape;135;p9"/>
            <p:cNvSpPr/>
            <p:nvPr/>
          </p:nvSpPr>
          <p:spPr>
            <a:xfrm rot="10800000">
              <a:off x="5210228" y="1584538"/>
              <a:ext cx="6759625" cy="2803100"/>
            </a:xfrm>
            <a:custGeom>
              <a:avLst/>
              <a:gdLst/>
              <a:ahLst/>
              <a:cxnLst/>
              <a:rect l="l" t="t" r="r" b="b"/>
              <a:pathLst>
                <a:path w="270385" h="112124" extrusionOk="0">
                  <a:moveTo>
                    <a:pt x="41308" y="0"/>
                  </a:moveTo>
                  <a:lnTo>
                    <a:pt x="0" y="39431"/>
                  </a:lnTo>
                  <a:lnTo>
                    <a:pt x="88250" y="112124"/>
                  </a:lnTo>
                  <a:lnTo>
                    <a:pt x="270385" y="87715"/>
                  </a:lnTo>
                  <a:close/>
                </a:path>
              </a:pathLst>
            </a:custGeom>
            <a:solidFill>
              <a:schemeClr val="accent3"/>
            </a:solidFill>
            <a:ln>
              <a:noFill/>
            </a:ln>
          </p:spPr>
        </p:sp>
        <p:sp>
          <p:nvSpPr>
            <p:cNvPr id="136" name="Google Shape;136;p9"/>
            <p:cNvSpPr/>
            <p:nvPr/>
          </p:nvSpPr>
          <p:spPr>
            <a:xfrm>
              <a:off x="1010725" y="3448050"/>
              <a:ext cx="5666300" cy="3023675"/>
            </a:xfrm>
            <a:custGeom>
              <a:avLst/>
              <a:gdLst/>
              <a:ahLst/>
              <a:cxnLst/>
              <a:rect l="l" t="t" r="r" b="b"/>
              <a:pathLst>
                <a:path w="226652" h="120947" extrusionOk="0">
                  <a:moveTo>
                    <a:pt x="226652" y="9525"/>
                  </a:moveTo>
                  <a:lnTo>
                    <a:pt x="170264" y="0"/>
                  </a:lnTo>
                  <a:lnTo>
                    <a:pt x="75011" y="13734"/>
                  </a:lnTo>
                  <a:lnTo>
                    <a:pt x="0" y="120947"/>
                  </a:lnTo>
                  <a:lnTo>
                    <a:pt x="173873" y="109036"/>
                  </a:lnTo>
                  <a:close/>
                </a:path>
              </a:pathLst>
            </a:custGeom>
            <a:solidFill>
              <a:schemeClr val="accent2"/>
            </a:solidFill>
            <a:ln>
              <a:noFill/>
            </a:ln>
          </p:spPr>
        </p:sp>
        <p:sp>
          <p:nvSpPr>
            <p:cNvPr id="137" name="Google Shape;137;p9"/>
            <p:cNvSpPr/>
            <p:nvPr/>
          </p:nvSpPr>
          <p:spPr>
            <a:xfrm rot="-9131884">
              <a:off x="-3053187" y="2383397"/>
              <a:ext cx="6039861" cy="3902927"/>
            </a:xfrm>
            <a:custGeom>
              <a:avLst/>
              <a:gdLst/>
              <a:ahLst/>
              <a:cxnLst/>
              <a:rect l="l" t="t" r="r" b="b"/>
              <a:pathLst>
                <a:path w="96774" h="129921" extrusionOk="0">
                  <a:moveTo>
                    <a:pt x="38862" y="0"/>
                  </a:moveTo>
                  <a:lnTo>
                    <a:pt x="0" y="42291"/>
                  </a:lnTo>
                  <a:lnTo>
                    <a:pt x="19431" y="129921"/>
                  </a:lnTo>
                  <a:lnTo>
                    <a:pt x="96774" y="25527"/>
                  </a:lnTo>
                  <a:close/>
                </a:path>
              </a:pathLst>
            </a:custGeom>
            <a:solidFill>
              <a:schemeClr val="accent1"/>
            </a:solidFill>
            <a:ln>
              <a:noFill/>
            </a:ln>
          </p:spPr>
        </p:sp>
        <p:sp>
          <p:nvSpPr>
            <p:cNvPr id="138" name="Google Shape;138;p9"/>
            <p:cNvSpPr/>
            <p:nvPr/>
          </p:nvSpPr>
          <p:spPr>
            <a:xfrm>
              <a:off x="6450013" y="3038452"/>
              <a:ext cx="4474575" cy="1733550"/>
            </a:xfrm>
            <a:custGeom>
              <a:avLst/>
              <a:gdLst/>
              <a:ahLst/>
              <a:cxnLst/>
              <a:rect l="l" t="t" r="r" b="b"/>
              <a:pathLst>
                <a:path w="178983" h="69342" extrusionOk="0">
                  <a:moveTo>
                    <a:pt x="118404" y="69342"/>
                  </a:moveTo>
                  <a:lnTo>
                    <a:pt x="178983" y="0"/>
                  </a:lnTo>
                  <a:lnTo>
                    <a:pt x="2580" y="4572"/>
                  </a:lnTo>
                  <a:lnTo>
                    <a:pt x="0" y="54683"/>
                  </a:lnTo>
                  <a:close/>
                </a:path>
              </a:pathLst>
            </a:custGeom>
            <a:solidFill>
              <a:schemeClr val="accent1"/>
            </a:solidFill>
            <a:ln>
              <a:noFill/>
            </a:ln>
          </p:spPr>
        </p:sp>
        <p:sp>
          <p:nvSpPr>
            <p:cNvPr id="139" name="Google Shape;139;p9"/>
            <p:cNvSpPr/>
            <p:nvPr/>
          </p:nvSpPr>
          <p:spPr>
            <a:xfrm rot="10800000">
              <a:off x="-2304992" y="-254110"/>
              <a:ext cx="5000565" cy="2559160"/>
            </a:xfrm>
            <a:custGeom>
              <a:avLst/>
              <a:gdLst/>
              <a:ahLst/>
              <a:cxnLst/>
              <a:rect l="l" t="t" r="r" b="b"/>
              <a:pathLst>
                <a:path w="88011" h="60579" extrusionOk="0">
                  <a:moveTo>
                    <a:pt x="0" y="55245"/>
                  </a:moveTo>
                  <a:lnTo>
                    <a:pt x="11049" y="4572"/>
                  </a:lnTo>
                  <a:lnTo>
                    <a:pt x="56007" y="0"/>
                  </a:lnTo>
                  <a:lnTo>
                    <a:pt x="88011" y="60579"/>
                  </a:lnTo>
                  <a:close/>
                </a:path>
              </a:pathLst>
            </a:custGeom>
            <a:solidFill>
              <a:schemeClr val="accent3"/>
            </a:solidFill>
            <a:ln>
              <a:noFill/>
            </a:ln>
          </p:spPr>
        </p:sp>
      </p:grpSp>
      <p:sp>
        <p:nvSpPr>
          <p:cNvPr id="140" name="Google Shape;140;p9"/>
          <p:cNvSpPr/>
          <p:nvPr/>
        </p:nvSpPr>
        <p:spPr>
          <a:xfrm flipH="1">
            <a:off x="299725" y="367400"/>
            <a:ext cx="8309039" cy="4408874"/>
          </a:xfrm>
          <a:custGeom>
            <a:avLst/>
            <a:gdLst/>
            <a:ahLst/>
            <a:cxnLst/>
            <a:rect l="l" t="t" r="r" b="b"/>
            <a:pathLst>
              <a:path w="320040" h="169817" extrusionOk="0">
                <a:moveTo>
                  <a:pt x="0" y="0"/>
                </a:moveTo>
                <a:lnTo>
                  <a:pt x="1633" y="167531"/>
                </a:lnTo>
                <a:lnTo>
                  <a:pt x="320040" y="169817"/>
                </a:lnTo>
                <a:lnTo>
                  <a:pt x="310243" y="4246"/>
                </a:lnTo>
                <a:close/>
              </a:path>
            </a:pathLst>
          </a:custGeom>
          <a:solidFill>
            <a:srgbClr val="F3F3F3"/>
          </a:solidFill>
          <a:ln w="38100" cap="flat" cmpd="sng">
            <a:solidFill>
              <a:srgbClr val="ECE6D6"/>
            </a:solidFill>
            <a:prstDash val="solid"/>
            <a:miter lim="8000"/>
            <a:headEnd type="none" w="med" len="med"/>
            <a:tailEnd type="none" w="med" len="med"/>
          </a:ln>
        </p:spPr>
      </p:sp>
      <p:sp>
        <p:nvSpPr>
          <p:cNvPr id="141" name="Google Shape;141;p9"/>
          <p:cNvSpPr txBox="1">
            <a:spLocks noGrp="1"/>
          </p:cNvSpPr>
          <p:nvPr>
            <p:ph type="title"/>
          </p:nvPr>
        </p:nvSpPr>
        <p:spPr>
          <a:xfrm>
            <a:off x="2316150" y="1592438"/>
            <a:ext cx="4511700" cy="502200"/>
          </a:xfrm>
          <a:prstGeom prst="rect">
            <a:avLst/>
          </a:prstGeom>
        </p:spPr>
        <p:txBody>
          <a:bodyPr spcFirstLastPara="1" wrap="square" lIns="91425" tIns="91425" rIns="91425" bIns="91425" anchor="ctr" anchorCtr="0">
            <a:noAutofit/>
          </a:bodyPr>
          <a:lstStyle>
            <a:lvl1pPr lvl="0" algn="ctr">
              <a:spcBef>
                <a:spcPts val="0"/>
              </a:spcBef>
              <a:spcAft>
                <a:spcPts val="0"/>
              </a:spcAft>
              <a:buSzPts val="4200"/>
              <a:buNone/>
              <a:defRPr sz="4200">
                <a:solidFill>
                  <a:schemeClr val="lt1"/>
                </a:solidFill>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142" name="Google Shape;142;p9"/>
          <p:cNvSpPr txBox="1">
            <a:spLocks noGrp="1"/>
          </p:cNvSpPr>
          <p:nvPr>
            <p:ph type="subTitle" idx="1"/>
          </p:nvPr>
        </p:nvSpPr>
        <p:spPr>
          <a:xfrm>
            <a:off x="1975500" y="2560973"/>
            <a:ext cx="5193000" cy="1349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43"/>
        <p:cNvGrpSpPr/>
        <p:nvPr/>
      </p:nvGrpSpPr>
      <p:grpSpPr>
        <a:xfrm>
          <a:off x="0" y="0"/>
          <a:ext cx="0" cy="0"/>
          <a:chOff x="0" y="0"/>
          <a:chExt cx="0" cy="0"/>
        </a:xfrm>
      </p:grpSpPr>
      <p:sp>
        <p:nvSpPr>
          <p:cNvPr id="144" name="Google Shape;144;p10"/>
          <p:cNvSpPr txBox="1">
            <a:spLocks noGrp="1"/>
          </p:cNvSpPr>
          <p:nvPr>
            <p:ph type="body" idx="1"/>
          </p:nvPr>
        </p:nvSpPr>
        <p:spPr>
          <a:xfrm>
            <a:off x="1212000" y="3393975"/>
            <a:ext cx="4899600" cy="8775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400"/>
              <a:buNone/>
              <a:defRPr sz="3200">
                <a:solidFill>
                  <a:schemeClr val="lt1"/>
                </a:solidFill>
                <a:latin typeface="Vollkorn Black"/>
                <a:ea typeface="Vollkorn Black"/>
                <a:cs typeface="Vollkorn Black"/>
                <a:sym typeface="Vollkorn Black"/>
              </a:defRPr>
            </a:lvl1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45"/>
        <p:cNvGrpSpPr/>
        <p:nvPr/>
      </p:nvGrpSpPr>
      <p:grpSpPr>
        <a:xfrm>
          <a:off x="0" y="0"/>
          <a:ext cx="0" cy="0"/>
          <a:chOff x="0" y="0"/>
          <a:chExt cx="0" cy="0"/>
        </a:xfrm>
      </p:grpSpPr>
      <p:grpSp>
        <p:nvGrpSpPr>
          <p:cNvPr id="146" name="Google Shape;146;p11"/>
          <p:cNvGrpSpPr/>
          <p:nvPr/>
        </p:nvGrpSpPr>
        <p:grpSpPr>
          <a:xfrm>
            <a:off x="-3614841" y="-2244893"/>
            <a:ext cx="15584691" cy="9714462"/>
            <a:chOff x="-3614841" y="-2244893"/>
            <a:chExt cx="15584691" cy="9714462"/>
          </a:xfrm>
        </p:grpSpPr>
        <p:sp>
          <p:nvSpPr>
            <p:cNvPr id="147" name="Google Shape;147;p11"/>
            <p:cNvSpPr/>
            <p:nvPr/>
          </p:nvSpPr>
          <p:spPr>
            <a:xfrm rot="10800000">
              <a:off x="-3282434" y="1040513"/>
              <a:ext cx="7376600" cy="3057925"/>
            </a:xfrm>
            <a:custGeom>
              <a:avLst/>
              <a:gdLst/>
              <a:ahLst/>
              <a:cxnLst/>
              <a:rect l="l" t="t" r="r" b="b"/>
              <a:pathLst>
                <a:path w="295064" h="122317" extrusionOk="0">
                  <a:moveTo>
                    <a:pt x="135730" y="13144"/>
                  </a:moveTo>
                  <a:lnTo>
                    <a:pt x="0" y="92006"/>
                  </a:lnTo>
                  <a:lnTo>
                    <a:pt x="295064" y="122317"/>
                  </a:lnTo>
                  <a:lnTo>
                    <a:pt x="209496" y="0"/>
                  </a:lnTo>
                  <a:close/>
                </a:path>
              </a:pathLst>
            </a:custGeom>
            <a:solidFill>
              <a:schemeClr val="dk2"/>
            </a:solidFill>
            <a:ln>
              <a:noFill/>
            </a:ln>
          </p:spPr>
        </p:sp>
        <p:sp>
          <p:nvSpPr>
            <p:cNvPr id="148" name="Google Shape;148;p11"/>
            <p:cNvSpPr/>
            <p:nvPr/>
          </p:nvSpPr>
          <p:spPr>
            <a:xfrm rot="10800000">
              <a:off x="5072700" y="-857198"/>
              <a:ext cx="6377400" cy="3162248"/>
            </a:xfrm>
            <a:custGeom>
              <a:avLst/>
              <a:gdLst/>
              <a:ahLst/>
              <a:cxnLst/>
              <a:rect l="l" t="t" r="r" b="b"/>
              <a:pathLst>
                <a:path w="255096" h="93884" extrusionOk="0">
                  <a:moveTo>
                    <a:pt x="22532" y="26288"/>
                  </a:moveTo>
                  <a:lnTo>
                    <a:pt x="0" y="93884"/>
                  </a:lnTo>
                  <a:lnTo>
                    <a:pt x="255096" y="81277"/>
                  </a:lnTo>
                  <a:lnTo>
                    <a:pt x="190450" y="0"/>
                  </a:lnTo>
                  <a:close/>
                </a:path>
              </a:pathLst>
            </a:custGeom>
            <a:solidFill>
              <a:schemeClr val="accent2"/>
            </a:solidFill>
            <a:ln>
              <a:noFill/>
            </a:ln>
          </p:spPr>
        </p:sp>
        <p:sp>
          <p:nvSpPr>
            <p:cNvPr id="149" name="Google Shape;149;p11"/>
            <p:cNvSpPr/>
            <p:nvPr/>
          </p:nvSpPr>
          <p:spPr>
            <a:xfrm rot="9529261">
              <a:off x="713148" y="-1005752"/>
              <a:ext cx="7535465" cy="3614695"/>
            </a:xfrm>
            <a:custGeom>
              <a:avLst/>
              <a:gdLst/>
              <a:ahLst/>
              <a:cxnLst/>
              <a:rect l="l" t="t" r="r" b="b"/>
              <a:pathLst>
                <a:path w="267167" h="144581" extrusionOk="0">
                  <a:moveTo>
                    <a:pt x="105150" y="0"/>
                  </a:moveTo>
                  <a:lnTo>
                    <a:pt x="0" y="83959"/>
                  </a:lnTo>
                  <a:lnTo>
                    <a:pt x="179989" y="144581"/>
                  </a:lnTo>
                  <a:lnTo>
                    <a:pt x="267167" y="43991"/>
                  </a:lnTo>
                  <a:close/>
                </a:path>
              </a:pathLst>
            </a:custGeom>
            <a:solidFill>
              <a:schemeClr val="accent1"/>
            </a:solidFill>
            <a:ln>
              <a:noFill/>
            </a:ln>
          </p:spPr>
        </p:sp>
        <p:sp>
          <p:nvSpPr>
            <p:cNvPr id="150" name="Google Shape;150;p11"/>
            <p:cNvSpPr/>
            <p:nvPr/>
          </p:nvSpPr>
          <p:spPr>
            <a:xfrm rot="10800000">
              <a:off x="3414966" y="3788988"/>
              <a:ext cx="7376600" cy="3057925"/>
            </a:xfrm>
            <a:custGeom>
              <a:avLst/>
              <a:gdLst/>
              <a:ahLst/>
              <a:cxnLst/>
              <a:rect l="l" t="t" r="r" b="b"/>
              <a:pathLst>
                <a:path w="295064" h="122317" extrusionOk="0">
                  <a:moveTo>
                    <a:pt x="135730" y="13144"/>
                  </a:moveTo>
                  <a:lnTo>
                    <a:pt x="0" y="92006"/>
                  </a:lnTo>
                  <a:lnTo>
                    <a:pt x="295064" y="122317"/>
                  </a:lnTo>
                  <a:lnTo>
                    <a:pt x="209496" y="0"/>
                  </a:lnTo>
                  <a:close/>
                </a:path>
              </a:pathLst>
            </a:custGeom>
            <a:solidFill>
              <a:schemeClr val="dk2"/>
            </a:solidFill>
            <a:ln>
              <a:noFill/>
            </a:ln>
          </p:spPr>
        </p:sp>
        <p:sp>
          <p:nvSpPr>
            <p:cNvPr id="151" name="Google Shape;151;p11"/>
            <p:cNvSpPr/>
            <p:nvPr/>
          </p:nvSpPr>
          <p:spPr>
            <a:xfrm>
              <a:off x="5210225" y="1228600"/>
              <a:ext cx="6759625" cy="3159050"/>
            </a:xfrm>
            <a:custGeom>
              <a:avLst/>
              <a:gdLst/>
              <a:ahLst/>
              <a:cxnLst/>
              <a:rect l="l" t="t" r="r" b="b"/>
              <a:pathLst>
                <a:path w="270385" h="126362" extrusionOk="0">
                  <a:moveTo>
                    <a:pt x="229077" y="126362"/>
                  </a:moveTo>
                  <a:lnTo>
                    <a:pt x="270385" y="86931"/>
                  </a:lnTo>
                  <a:lnTo>
                    <a:pt x="236667" y="0"/>
                  </a:lnTo>
                  <a:lnTo>
                    <a:pt x="0" y="38647"/>
                  </a:lnTo>
                  <a:close/>
                </a:path>
              </a:pathLst>
            </a:custGeom>
            <a:solidFill>
              <a:schemeClr val="accent3"/>
            </a:solidFill>
            <a:ln>
              <a:noFill/>
            </a:ln>
          </p:spPr>
        </p:sp>
        <p:sp>
          <p:nvSpPr>
            <p:cNvPr id="152" name="Google Shape;152;p11"/>
            <p:cNvSpPr/>
            <p:nvPr/>
          </p:nvSpPr>
          <p:spPr>
            <a:xfrm>
              <a:off x="1010725" y="3448050"/>
              <a:ext cx="5666300" cy="3023675"/>
            </a:xfrm>
            <a:custGeom>
              <a:avLst/>
              <a:gdLst/>
              <a:ahLst/>
              <a:cxnLst/>
              <a:rect l="l" t="t" r="r" b="b"/>
              <a:pathLst>
                <a:path w="226652" h="120947" extrusionOk="0">
                  <a:moveTo>
                    <a:pt x="226652" y="9525"/>
                  </a:moveTo>
                  <a:lnTo>
                    <a:pt x="170264" y="0"/>
                  </a:lnTo>
                  <a:lnTo>
                    <a:pt x="75011" y="13734"/>
                  </a:lnTo>
                  <a:lnTo>
                    <a:pt x="0" y="120947"/>
                  </a:lnTo>
                  <a:lnTo>
                    <a:pt x="173873" y="109036"/>
                  </a:lnTo>
                  <a:close/>
                </a:path>
              </a:pathLst>
            </a:custGeom>
            <a:solidFill>
              <a:schemeClr val="accent2"/>
            </a:solidFill>
            <a:ln>
              <a:noFill/>
            </a:ln>
          </p:spPr>
        </p:sp>
        <p:sp>
          <p:nvSpPr>
            <p:cNvPr id="153" name="Google Shape;153;p11"/>
            <p:cNvSpPr/>
            <p:nvPr/>
          </p:nvSpPr>
          <p:spPr>
            <a:xfrm rot="-9131884">
              <a:off x="-3053187" y="2383397"/>
              <a:ext cx="6039861" cy="3902927"/>
            </a:xfrm>
            <a:custGeom>
              <a:avLst/>
              <a:gdLst/>
              <a:ahLst/>
              <a:cxnLst/>
              <a:rect l="l" t="t" r="r" b="b"/>
              <a:pathLst>
                <a:path w="96774" h="129921" extrusionOk="0">
                  <a:moveTo>
                    <a:pt x="38862" y="0"/>
                  </a:moveTo>
                  <a:lnTo>
                    <a:pt x="0" y="42291"/>
                  </a:lnTo>
                  <a:lnTo>
                    <a:pt x="19431" y="129921"/>
                  </a:lnTo>
                  <a:lnTo>
                    <a:pt x="96774" y="25527"/>
                  </a:lnTo>
                  <a:close/>
                </a:path>
              </a:pathLst>
            </a:custGeom>
            <a:solidFill>
              <a:schemeClr val="accent1"/>
            </a:solidFill>
            <a:ln>
              <a:noFill/>
            </a:ln>
          </p:spPr>
        </p:sp>
        <p:sp>
          <p:nvSpPr>
            <p:cNvPr id="154" name="Google Shape;154;p11"/>
            <p:cNvSpPr/>
            <p:nvPr/>
          </p:nvSpPr>
          <p:spPr>
            <a:xfrm>
              <a:off x="6514525" y="3038475"/>
              <a:ext cx="4688725" cy="1581150"/>
            </a:xfrm>
            <a:custGeom>
              <a:avLst/>
              <a:gdLst/>
              <a:ahLst/>
              <a:cxnLst/>
              <a:rect l="l" t="t" r="r" b="b"/>
              <a:pathLst>
                <a:path w="187549" h="63246" extrusionOk="0">
                  <a:moveTo>
                    <a:pt x="187549" y="60045"/>
                  </a:moveTo>
                  <a:lnTo>
                    <a:pt x="176403" y="0"/>
                  </a:lnTo>
                  <a:lnTo>
                    <a:pt x="0" y="4572"/>
                  </a:lnTo>
                  <a:lnTo>
                    <a:pt x="79248" y="63246"/>
                  </a:lnTo>
                  <a:close/>
                </a:path>
              </a:pathLst>
            </a:custGeom>
            <a:solidFill>
              <a:schemeClr val="accent1"/>
            </a:solidFill>
            <a:ln>
              <a:noFill/>
            </a:ln>
          </p:spPr>
        </p:sp>
        <p:sp>
          <p:nvSpPr>
            <p:cNvPr id="155" name="Google Shape;155;p11"/>
            <p:cNvSpPr/>
            <p:nvPr/>
          </p:nvSpPr>
          <p:spPr>
            <a:xfrm>
              <a:off x="-2305000" y="-254100"/>
              <a:ext cx="4984350" cy="2366000"/>
            </a:xfrm>
            <a:custGeom>
              <a:avLst/>
              <a:gdLst/>
              <a:ahLst/>
              <a:cxnLst/>
              <a:rect l="l" t="t" r="r" b="b"/>
              <a:pathLst>
                <a:path w="199374" h="94640" extrusionOk="0">
                  <a:moveTo>
                    <a:pt x="199374" y="1834"/>
                  </a:moveTo>
                  <a:lnTo>
                    <a:pt x="174912" y="94640"/>
                  </a:lnTo>
                  <a:lnTo>
                    <a:pt x="5850" y="74579"/>
                  </a:lnTo>
                  <a:lnTo>
                    <a:pt x="0" y="0"/>
                  </a:lnTo>
                  <a:close/>
                </a:path>
              </a:pathLst>
            </a:custGeom>
            <a:solidFill>
              <a:schemeClr val="accent3"/>
            </a:solidFill>
            <a:ln>
              <a:noFill/>
            </a:ln>
          </p:spPr>
        </p:sp>
      </p:grpSp>
      <p:sp>
        <p:nvSpPr>
          <p:cNvPr id="156" name="Google Shape;156;p11"/>
          <p:cNvSpPr/>
          <p:nvPr/>
        </p:nvSpPr>
        <p:spPr>
          <a:xfrm>
            <a:off x="455475" y="422900"/>
            <a:ext cx="8233029" cy="4297644"/>
          </a:xfrm>
          <a:custGeom>
            <a:avLst/>
            <a:gdLst/>
            <a:ahLst/>
            <a:cxnLst/>
            <a:rect l="l" t="t" r="r" b="b"/>
            <a:pathLst>
              <a:path w="320040" h="169817" extrusionOk="0">
                <a:moveTo>
                  <a:pt x="0" y="0"/>
                </a:moveTo>
                <a:lnTo>
                  <a:pt x="1633" y="167531"/>
                </a:lnTo>
                <a:lnTo>
                  <a:pt x="320040" y="169817"/>
                </a:lnTo>
                <a:lnTo>
                  <a:pt x="310243" y="4246"/>
                </a:lnTo>
                <a:close/>
              </a:path>
            </a:pathLst>
          </a:custGeom>
          <a:solidFill>
            <a:srgbClr val="F3F3F3"/>
          </a:solidFill>
          <a:ln w="38100" cap="flat" cmpd="sng">
            <a:solidFill>
              <a:srgbClr val="ECE6D6"/>
            </a:solidFill>
            <a:prstDash val="solid"/>
            <a:miter lim="8000"/>
            <a:headEnd type="none" w="med" len="med"/>
            <a:tailEnd type="none" w="med" len="med"/>
          </a:ln>
        </p:spPr>
      </p:sp>
      <p:sp>
        <p:nvSpPr>
          <p:cNvPr id="157" name="Google Shape;157;p11"/>
          <p:cNvSpPr txBox="1">
            <a:spLocks noGrp="1"/>
          </p:cNvSpPr>
          <p:nvPr>
            <p:ph type="title" hasCustomPrompt="1"/>
          </p:nvPr>
        </p:nvSpPr>
        <p:spPr>
          <a:xfrm>
            <a:off x="1438525" y="1559800"/>
            <a:ext cx="6378300" cy="1460700"/>
          </a:xfrm>
          <a:prstGeom prst="rect">
            <a:avLst/>
          </a:prstGeom>
        </p:spPr>
        <p:txBody>
          <a:bodyPr spcFirstLastPara="1" wrap="square" lIns="91425" tIns="91425" rIns="91425" bIns="91425" anchor="ctr" anchorCtr="0">
            <a:noAutofit/>
          </a:bodyPr>
          <a:lstStyle>
            <a:lvl1pPr lvl="0" algn="ctr">
              <a:spcBef>
                <a:spcPts val="0"/>
              </a:spcBef>
              <a:spcAft>
                <a:spcPts val="0"/>
              </a:spcAft>
              <a:buSzPts val="12000"/>
              <a:buNone/>
              <a:defRPr sz="12000">
                <a:solidFill>
                  <a:schemeClr val="lt1"/>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58" name="Google Shape;158;p11"/>
          <p:cNvSpPr txBox="1">
            <a:spLocks noGrp="1"/>
          </p:cNvSpPr>
          <p:nvPr>
            <p:ph type="subTitle" idx="1"/>
          </p:nvPr>
        </p:nvSpPr>
        <p:spPr>
          <a:xfrm>
            <a:off x="1598875" y="3197575"/>
            <a:ext cx="6057600" cy="365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16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159"/>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
  <p:cSld name="CUSTOM">
    <p:spTree>
      <p:nvGrpSpPr>
        <p:cNvPr id="1" name="Shape 160"/>
        <p:cNvGrpSpPr/>
        <p:nvPr/>
      </p:nvGrpSpPr>
      <p:grpSpPr>
        <a:xfrm>
          <a:off x="0" y="0"/>
          <a:ext cx="0" cy="0"/>
          <a:chOff x="0" y="0"/>
          <a:chExt cx="0" cy="0"/>
        </a:xfrm>
      </p:grpSpPr>
      <p:grpSp>
        <p:nvGrpSpPr>
          <p:cNvPr id="161" name="Google Shape;161;p13"/>
          <p:cNvGrpSpPr/>
          <p:nvPr/>
        </p:nvGrpSpPr>
        <p:grpSpPr>
          <a:xfrm>
            <a:off x="-3899850" y="-2063880"/>
            <a:ext cx="16176511" cy="8976955"/>
            <a:chOff x="-3899850" y="-2063880"/>
            <a:chExt cx="16176511" cy="8976955"/>
          </a:xfrm>
        </p:grpSpPr>
        <p:sp>
          <p:nvSpPr>
            <p:cNvPr id="162" name="Google Shape;162;p13"/>
            <p:cNvSpPr/>
            <p:nvPr/>
          </p:nvSpPr>
          <p:spPr>
            <a:xfrm rot="10800000">
              <a:off x="3042166" y="3855150"/>
              <a:ext cx="7376600" cy="3057925"/>
            </a:xfrm>
            <a:custGeom>
              <a:avLst/>
              <a:gdLst/>
              <a:ahLst/>
              <a:cxnLst/>
              <a:rect l="l" t="t" r="r" b="b"/>
              <a:pathLst>
                <a:path w="295064" h="122317" extrusionOk="0">
                  <a:moveTo>
                    <a:pt x="135730" y="13144"/>
                  </a:moveTo>
                  <a:lnTo>
                    <a:pt x="0" y="92006"/>
                  </a:lnTo>
                  <a:lnTo>
                    <a:pt x="295064" y="122317"/>
                  </a:lnTo>
                  <a:lnTo>
                    <a:pt x="209496" y="0"/>
                  </a:lnTo>
                  <a:close/>
                </a:path>
              </a:pathLst>
            </a:custGeom>
            <a:solidFill>
              <a:schemeClr val="dk2"/>
            </a:solidFill>
            <a:ln>
              <a:noFill/>
            </a:ln>
          </p:spPr>
        </p:sp>
        <p:sp>
          <p:nvSpPr>
            <p:cNvPr id="163" name="Google Shape;163;p13"/>
            <p:cNvSpPr/>
            <p:nvPr/>
          </p:nvSpPr>
          <p:spPr>
            <a:xfrm rot="10800000">
              <a:off x="-3899850" y="-461910"/>
              <a:ext cx="6377400" cy="3162248"/>
            </a:xfrm>
            <a:custGeom>
              <a:avLst/>
              <a:gdLst/>
              <a:ahLst/>
              <a:cxnLst/>
              <a:rect l="l" t="t" r="r" b="b"/>
              <a:pathLst>
                <a:path w="255096" h="93884" extrusionOk="0">
                  <a:moveTo>
                    <a:pt x="22532" y="26288"/>
                  </a:moveTo>
                  <a:lnTo>
                    <a:pt x="0" y="93884"/>
                  </a:lnTo>
                  <a:lnTo>
                    <a:pt x="255096" y="81277"/>
                  </a:lnTo>
                  <a:lnTo>
                    <a:pt x="190450" y="0"/>
                  </a:lnTo>
                  <a:close/>
                </a:path>
              </a:pathLst>
            </a:custGeom>
            <a:solidFill>
              <a:schemeClr val="accent2"/>
            </a:solidFill>
            <a:ln>
              <a:noFill/>
            </a:ln>
          </p:spPr>
        </p:sp>
        <p:sp>
          <p:nvSpPr>
            <p:cNvPr id="164" name="Google Shape;164;p13"/>
            <p:cNvSpPr/>
            <p:nvPr/>
          </p:nvSpPr>
          <p:spPr>
            <a:xfrm rot="9529261">
              <a:off x="-48852" y="-824740"/>
              <a:ext cx="7535465" cy="3614695"/>
            </a:xfrm>
            <a:custGeom>
              <a:avLst/>
              <a:gdLst/>
              <a:ahLst/>
              <a:cxnLst/>
              <a:rect l="l" t="t" r="r" b="b"/>
              <a:pathLst>
                <a:path w="267167" h="144581" extrusionOk="0">
                  <a:moveTo>
                    <a:pt x="105150" y="0"/>
                  </a:moveTo>
                  <a:lnTo>
                    <a:pt x="0" y="83959"/>
                  </a:lnTo>
                  <a:lnTo>
                    <a:pt x="179989" y="144581"/>
                  </a:lnTo>
                  <a:lnTo>
                    <a:pt x="267167" y="43991"/>
                  </a:lnTo>
                  <a:close/>
                </a:path>
              </a:pathLst>
            </a:custGeom>
            <a:solidFill>
              <a:schemeClr val="accent1"/>
            </a:solidFill>
            <a:ln>
              <a:noFill/>
            </a:ln>
          </p:spPr>
        </p:sp>
        <p:sp>
          <p:nvSpPr>
            <p:cNvPr id="165" name="Google Shape;165;p13"/>
            <p:cNvSpPr/>
            <p:nvPr/>
          </p:nvSpPr>
          <p:spPr>
            <a:xfrm rot="10800000">
              <a:off x="-2357184" y="2262200"/>
              <a:ext cx="7376600" cy="3057925"/>
            </a:xfrm>
            <a:custGeom>
              <a:avLst/>
              <a:gdLst/>
              <a:ahLst/>
              <a:cxnLst/>
              <a:rect l="l" t="t" r="r" b="b"/>
              <a:pathLst>
                <a:path w="295064" h="122317" extrusionOk="0">
                  <a:moveTo>
                    <a:pt x="135730" y="13144"/>
                  </a:moveTo>
                  <a:lnTo>
                    <a:pt x="0" y="92006"/>
                  </a:lnTo>
                  <a:lnTo>
                    <a:pt x="295064" y="122317"/>
                  </a:lnTo>
                  <a:lnTo>
                    <a:pt x="209496" y="0"/>
                  </a:lnTo>
                  <a:close/>
                </a:path>
              </a:pathLst>
            </a:custGeom>
            <a:solidFill>
              <a:schemeClr val="dk2"/>
            </a:solidFill>
            <a:ln>
              <a:noFill/>
            </a:ln>
          </p:spPr>
        </p:sp>
        <p:sp>
          <p:nvSpPr>
            <p:cNvPr id="166" name="Google Shape;166;p13"/>
            <p:cNvSpPr/>
            <p:nvPr/>
          </p:nvSpPr>
          <p:spPr>
            <a:xfrm rot="10800000">
              <a:off x="-3152722" y="1252475"/>
              <a:ext cx="6759625" cy="2803100"/>
            </a:xfrm>
            <a:custGeom>
              <a:avLst/>
              <a:gdLst/>
              <a:ahLst/>
              <a:cxnLst/>
              <a:rect l="l" t="t" r="r" b="b"/>
              <a:pathLst>
                <a:path w="270385" h="112124" extrusionOk="0">
                  <a:moveTo>
                    <a:pt x="41308" y="0"/>
                  </a:moveTo>
                  <a:lnTo>
                    <a:pt x="0" y="39431"/>
                  </a:lnTo>
                  <a:lnTo>
                    <a:pt x="88250" y="112124"/>
                  </a:lnTo>
                  <a:lnTo>
                    <a:pt x="270385" y="87715"/>
                  </a:lnTo>
                  <a:close/>
                </a:path>
              </a:pathLst>
            </a:custGeom>
            <a:solidFill>
              <a:schemeClr val="accent3"/>
            </a:solidFill>
            <a:ln>
              <a:noFill/>
            </a:ln>
          </p:spPr>
        </p:sp>
        <p:sp>
          <p:nvSpPr>
            <p:cNvPr id="167" name="Google Shape;167;p13"/>
            <p:cNvSpPr/>
            <p:nvPr/>
          </p:nvSpPr>
          <p:spPr>
            <a:xfrm>
              <a:off x="210625" y="3096725"/>
              <a:ext cx="5666300" cy="3023675"/>
            </a:xfrm>
            <a:custGeom>
              <a:avLst/>
              <a:gdLst/>
              <a:ahLst/>
              <a:cxnLst/>
              <a:rect l="l" t="t" r="r" b="b"/>
              <a:pathLst>
                <a:path w="226652" h="120947" extrusionOk="0">
                  <a:moveTo>
                    <a:pt x="226652" y="9525"/>
                  </a:moveTo>
                  <a:lnTo>
                    <a:pt x="170264" y="0"/>
                  </a:lnTo>
                  <a:lnTo>
                    <a:pt x="75011" y="13734"/>
                  </a:lnTo>
                  <a:lnTo>
                    <a:pt x="0" y="120947"/>
                  </a:lnTo>
                  <a:lnTo>
                    <a:pt x="173873" y="109036"/>
                  </a:lnTo>
                  <a:close/>
                </a:path>
              </a:pathLst>
            </a:custGeom>
            <a:solidFill>
              <a:schemeClr val="accent2"/>
            </a:solidFill>
            <a:ln>
              <a:noFill/>
            </a:ln>
          </p:spPr>
        </p:sp>
        <p:sp>
          <p:nvSpPr>
            <p:cNvPr id="168" name="Google Shape;168;p13"/>
            <p:cNvSpPr/>
            <p:nvPr/>
          </p:nvSpPr>
          <p:spPr>
            <a:xfrm rot="-3600106">
              <a:off x="6056803" y="702637"/>
              <a:ext cx="6039988" cy="3902781"/>
            </a:xfrm>
            <a:custGeom>
              <a:avLst/>
              <a:gdLst/>
              <a:ahLst/>
              <a:cxnLst/>
              <a:rect l="l" t="t" r="r" b="b"/>
              <a:pathLst>
                <a:path w="96774" h="129921" extrusionOk="0">
                  <a:moveTo>
                    <a:pt x="38862" y="0"/>
                  </a:moveTo>
                  <a:lnTo>
                    <a:pt x="0" y="42291"/>
                  </a:lnTo>
                  <a:lnTo>
                    <a:pt x="19431" y="129921"/>
                  </a:lnTo>
                  <a:lnTo>
                    <a:pt x="96774" y="25527"/>
                  </a:lnTo>
                  <a:close/>
                </a:path>
              </a:pathLst>
            </a:custGeom>
            <a:solidFill>
              <a:schemeClr val="accent1"/>
            </a:solidFill>
            <a:ln>
              <a:noFill/>
            </a:ln>
          </p:spPr>
        </p:sp>
        <p:sp>
          <p:nvSpPr>
            <p:cNvPr id="169" name="Google Shape;169;p13"/>
            <p:cNvSpPr/>
            <p:nvPr/>
          </p:nvSpPr>
          <p:spPr>
            <a:xfrm rot="10800000">
              <a:off x="-1848434" y="4195750"/>
              <a:ext cx="4410075" cy="1733550"/>
            </a:xfrm>
            <a:custGeom>
              <a:avLst/>
              <a:gdLst/>
              <a:ahLst/>
              <a:cxnLst/>
              <a:rect l="l" t="t" r="r" b="b"/>
              <a:pathLst>
                <a:path w="176403" h="69342" extrusionOk="0">
                  <a:moveTo>
                    <a:pt x="60579" y="0"/>
                  </a:moveTo>
                  <a:lnTo>
                    <a:pt x="0" y="69342"/>
                  </a:lnTo>
                  <a:lnTo>
                    <a:pt x="176403" y="64770"/>
                  </a:lnTo>
                  <a:lnTo>
                    <a:pt x="97155" y="6096"/>
                  </a:lnTo>
                  <a:close/>
                </a:path>
              </a:pathLst>
            </a:custGeom>
            <a:solidFill>
              <a:schemeClr val="accent1"/>
            </a:solidFill>
            <a:ln>
              <a:noFill/>
            </a:ln>
          </p:spPr>
        </p:sp>
        <p:sp>
          <p:nvSpPr>
            <p:cNvPr id="170" name="Google Shape;170;p13"/>
            <p:cNvSpPr/>
            <p:nvPr/>
          </p:nvSpPr>
          <p:spPr>
            <a:xfrm rot="10800000">
              <a:off x="4400608" y="-296972"/>
              <a:ext cx="5000565" cy="2559160"/>
            </a:xfrm>
            <a:custGeom>
              <a:avLst/>
              <a:gdLst/>
              <a:ahLst/>
              <a:cxnLst/>
              <a:rect l="l" t="t" r="r" b="b"/>
              <a:pathLst>
                <a:path w="88011" h="60579" extrusionOk="0">
                  <a:moveTo>
                    <a:pt x="0" y="55245"/>
                  </a:moveTo>
                  <a:lnTo>
                    <a:pt x="11049" y="4572"/>
                  </a:lnTo>
                  <a:lnTo>
                    <a:pt x="56007" y="0"/>
                  </a:lnTo>
                  <a:lnTo>
                    <a:pt x="88011" y="60579"/>
                  </a:lnTo>
                  <a:close/>
                </a:path>
              </a:pathLst>
            </a:custGeom>
            <a:solidFill>
              <a:schemeClr val="accent3"/>
            </a:solidFill>
            <a:ln>
              <a:noFill/>
            </a:ln>
          </p:spPr>
        </p:sp>
      </p:grpSp>
      <p:sp>
        <p:nvSpPr>
          <p:cNvPr id="171" name="Google Shape;171;p13"/>
          <p:cNvSpPr txBox="1">
            <a:spLocks noGrp="1"/>
          </p:cNvSpPr>
          <p:nvPr>
            <p:ph type="title"/>
          </p:nvPr>
        </p:nvSpPr>
        <p:spPr>
          <a:xfrm>
            <a:off x="713225" y="539500"/>
            <a:ext cx="7717500" cy="576000"/>
          </a:xfrm>
          <a:prstGeom prst="rect">
            <a:avLst/>
          </a:prstGeom>
          <a:noFill/>
          <a:ln>
            <a:noFill/>
          </a:ln>
        </p:spPr>
        <p:txBody>
          <a:bodyPr spcFirstLastPara="1" wrap="square" lIns="91425" tIns="91425" rIns="91425" bIns="91425" anchor="ctr" anchorCtr="0">
            <a:noAutofit/>
          </a:bodyPr>
          <a:lstStyle>
            <a:lvl1pPr lvl="0" algn="ctr">
              <a:spcBef>
                <a:spcPts val="0"/>
              </a:spcBef>
              <a:spcAft>
                <a:spcPts val="0"/>
              </a:spcAft>
              <a:buSzPts val="3200"/>
              <a:buNone/>
              <a:defRPr>
                <a:solidFill>
                  <a:srgbClr val="ECE6D6"/>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72" name="Google Shape;172;p13"/>
          <p:cNvSpPr/>
          <p:nvPr/>
        </p:nvSpPr>
        <p:spPr>
          <a:xfrm>
            <a:off x="542925" y="1317500"/>
            <a:ext cx="8233029" cy="3359405"/>
          </a:xfrm>
          <a:custGeom>
            <a:avLst/>
            <a:gdLst/>
            <a:ahLst/>
            <a:cxnLst/>
            <a:rect l="l" t="t" r="r" b="b"/>
            <a:pathLst>
              <a:path w="320040" h="169817" extrusionOk="0">
                <a:moveTo>
                  <a:pt x="0" y="0"/>
                </a:moveTo>
                <a:lnTo>
                  <a:pt x="1633" y="167531"/>
                </a:lnTo>
                <a:lnTo>
                  <a:pt x="320040" y="169817"/>
                </a:lnTo>
                <a:lnTo>
                  <a:pt x="310243" y="4246"/>
                </a:lnTo>
                <a:close/>
              </a:path>
            </a:pathLst>
          </a:custGeom>
          <a:solidFill>
            <a:srgbClr val="F3F3F3"/>
          </a:solidFill>
          <a:ln w="38100" cap="flat" cmpd="sng">
            <a:solidFill>
              <a:srgbClr val="ECE6D6"/>
            </a:solidFill>
            <a:prstDash val="solid"/>
            <a:miter lim="8000"/>
            <a:headEnd type="none" w="med" len="med"/>
            <a:tailEnd type="none" w="med" len="med"/>
          </a:ln>
        </p:spPr>
      </p:sp>
      <p:sp>
        <p:nvSpPr>
          <p:cNvPr id="173" name="Google Shape;173;p13"/>
          <p:cNvSpPr txBox="1">
            <a:spLocks noGrp="1"/>
          </p:cNvSpPr>
          <p:nvPr>
            <p:ph type="title" idx="2" hasCustomPrompt="1"/>
          </p:nvPr>
        </p:nvSpPr>
        <p:spPr>
          <a:xfrm>
            <a:off x="1581275" y="1545688"/>
            <a:ext cx="786300" cy="356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74" name="Google Shape;174;p13"/>
          <p:cNvSpPr txBox="1">
            <a:spLocks noGrp="1"/>
          </p:cNvSpPr>
          <p:nvPr>
            <p:ph type="subTitle" idx="1"/>
          </p:nvPr>
        </p:nvSpPr>
        <p:spPr>
          <a:xfrm>
            <a:off x="1078325" y="1992275"/>
            <a:ext cx="1792200" cy="274200"/>
          </a:xfrm>
          <a:prstGeom prst="rect">
            <a:avLst/>
          </a:prstGeom>
        </p:spPr>
        <p:txBody>
          <a:bodyPr spcFirstLastPara="1" wrap="square" lIns="91425" tIns="91425" rIns="91425" bIns="91425" anchor="ctr" anchorCtr="0">
            <a:noAutofit/>
          </a:bodyPr>
          <a:lstStyle>
            <a:lvl1pPr lvl="0" algn="ctr">
              <a:spcBef>
                <a:spcPts val="0"/>
              </a:spcBef>
              <a:spcAft>
                <a:spcPts val="0"/>
              </a:spcAft>
              <a:buSzPts val="2000"/>
              <a:buNone/>
              <a:defRPr sz="1900">
                <a:solidFill>
                  <a:schemeClr val="lt1"/>
                </a:solidFill>
                <a:latin typeface="Vollkorn Black"/>
                <a:ea typeface="Vollkorn Black"/>
                <a:cs typeface="Vollkorn Black"/>
                <a:sym typeface="Vollkorn Black"/>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75" name="Google Shape;175;p13"/>
          <p:cNvSpPr txBox="1">
            <a:spLocks noGrp="1"/>
          </p:cNvSpPr>
          <p:nvPr>
            <p:ph type="subTitle" idx="3"/>
          </p:nvPr>
        </p:nvSpPr>
        <p:spPr>
          <a:xfrm>
            <a:off x="707825" y="2390525"/>
            <a:ext cx="2533200" cy="502800"/>
          </a:xfrm>
          <a:prstGeom prst="rect">
            <a:avLst/>
          </a:prstGeom>
        </p:spPr>
        <p:txBody>
          <a:bodyPr spcFirstLastPara="1" wrap="square" lIns="91425" tIns="91425" rIns="91425" bIns="91425" anchor="ctr" anchorCtr="0">
            <a:noAutofit/>
          </a:bodyPr>
          <a:lstStyle>
            <a:lvl1pPr lvl="0" algn="ctr">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6" name="Google Shape;176;p13"/>
          <p:cNvSpPr txBox="1">
            <a:spLocks noGrp="1"/>
          </p:cNvSpPr>
          <p:nvPr>
            <p:ph type="title" idx="4" hasCustomPrompt="1"/>
          </p:nvPr>
        </p:nvSpPr>
        <p:spPr>
          <a:xfrm>
            <a:off x="4176900" y="1547338"/>
            <a:ext cx="790200" cy="35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77" name="Google Shape;177;p13"/>
          <p:cNvSpPr txBox="1">
            <a:spLocks noGrp="1"/>
          </p:cNvSpPr>
          <p:nvPr>
            <p:ph type="subTitle" idx="5"/>
          </p:nvPr>
        </p:nvSpPr>
        <p:spPr>
          <a:xfrm>
            <a:off x="3677850" y="1992275"/>
            <a:ext cx="1788300" cy="274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1900">
                <a:solidFill>
                  <a:schemeClr val="lt1"/>
                </a:solidFill>
                <a:latin typeface="Vollkorn Black"/>
                <a:ea typeface="Vollkorn Black"/>
                <a:cs typeface="Vollkorn Black"/>
                <a:sym typeface="Vollkorn Black"/>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78" name="Google Shape;178;p13"/>
          <p:cNvSpPr txBox="1">
            <a:spLocks noGrp="1"/>
          </p:cNvSpPr>
          <p:nvPr>
            <p:ph type="subTitle" idx="6"/>
          </p:nvPr>
        </p:nvSpPr>
        <p:spPr>
          <a:xfrm>
            <a:off x="3305400" y="2390525"/>
            <a:ext cx="2533200" cy="502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79" name="Google Shape;179;p13"/>
          <p:cNvSpPr txBox="1">
            <a:spLocks noGrp="1"/>
          </p:cNvSpPr>
          <p:nvPr>
            <p:ph type="title" idx="7" hasCustomPrompt="1"/>
          </p:nvPr>
        </p:nvSpPr>
        <p:spPr>
          <a:xfrm>
            <a:off x="6776425" y="1545688"/>
            <a:ext cx="786300" cy="356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80" name="Google Shape;180;p13"/>
          <p:cNvSpPr txBox="1">
            <a:spLocks noGrp="1"/>
          </p:cNvSpPr>
          <p:nvPr>
            <p:ph type="subTitle" idx="8"/>
          </p:nvPr>
        </p:nvSpPr>
        <p:spPr>
          <a:xfrm>
            <a:off x="6273475" y="1992275"/>
            <a:ext cx="1792200" cy="274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1900">
                <a:solidFill>
                  <a:schemeClr val="lt1"/>
                </a:solidFill>
                <a:latin typeface="Vollkorn Black"/>
                <a:ea typeface="Vollkorn Black"/>
                <a:cs typeface="Vollkorn Black"/>
                <a:sym typeface="Vollkorn Black"/>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81" name="Google Shape;181;p13"/>
          <p:cNvSpPr txBox="1">
            <a:spLocks noGrp="1"/>
          </p:cNvSpPr>
          <p:nvPr>
            <p:ph type="subTitle" idx="9"/>
          </p:nvPr>
        </p:nvSpPr>
        <p:spPr>
          <a:xfrm>
            <a:off x="5902975" y="2390525"/>
            <a:ext cx="2533200" cy="502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82" name="Google Shape;182;p13"/>
          <p:cNvSpPr txBox="1">
            <a:spLocks noGrp="1"/>
          </p:cNvSpPr>
          <p:nvPr>
            <p:ph type="title" idx="13" hasCustomPrompt="1"/>
          </p:nvPr>
        </p:nvSpPr>
        <p:spPr>
          <a:xfrm>
            <a:off x="1581275" y="3210388"/>
            <a:ext cx="786300" cy="356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83" name="Google Shape;183;p13"/>
          <p:cNvSpPr txBox="1">
            <a:spLocks noGrp="1"/>
          </p:cNvSpPr>
          <p:nvPr>
            <p:ph type="subTitle" idx="14"/>
          </p:nvPr>
        </p:nvSpPr>
        <p:spPr>
          <a:xfrm>
            <a:off x="1078325" y="3654650"/>
            <a:ext cx="1792200" cy="274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1900">
                <a:solidFill>
                  <a:schemeClr val="lt1"/>
                </a:solidFill>
                <a:latin typeface="Vollkorn Black"/>
                <a:ea typeface="Vollkorn Black"/>
                <a:cs typeface="Vollkorn Black"/>
                <a:sym typeface="Vollkorn Black"/>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84" name="Google Shape;184;p13"/>
          <p:cNvSpPr txBox="1">
            <a:spLocks noGrp="1"/>
          </p:cNvSpPr>
          <p:nvPr>
            <p:ph type="subTitle" idx="15"/>
          </p:nvPr>
        </p:nvSpPr>
        <p:spPr>
          <a:xfrm>
            <a:off x="707825" y="4052900"/>
            <a:ext cx="2533200" cy="502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85" name="Google Shape;185;p13"/>
          <p:cNvSpPr txBox="1">
            <a:spLocks noGrp="1"/>
          </p:cNvSpPr>
          <p:nvPr>
            <p:ph type="title" idx="16" hasCustomPrompt="1"/>
          </p:nvPr>
        </p:nvSpPr>
        <p:spPr>
          <a:xfrm>
            <a:off x="4178850" y="3210388"/>
            <a:ext cx="786300" cy="356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86" name="Google Shape;186;p13"/>
          <p:cNvSpPr txBox="1">
            <a:spLocks noGrp="1"/>
          </p:cNvSpPr>
          <p:nvPr>
            <p:ph type="subTitle" idx="17"/>
          </p:nvPr>
        </p:nvSpPr>
        <p:spPr>
          <a:xfrm>
            <a:off x="3675900" y="3654650"/>
            <a:ext cx="1792200" cy="274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1900">
                <a:solidFill>
                  <a:schemeClr val="lt1"/>
                </a:solidFill>
                <a:latin typeface="Vollkorn Black"/>
                <a:ea typeface="Vollkorn Black"/>
                <a:cs typeface="Vollkorn Black"/>
                <a:sym typeface="Vollkorn Black"/>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87" name="Google Shape;187;p13"/>
          <p:cNvSpPr txBox="1">
            <a:spLocks noGrp="1"/>
          </p:cNvSpPr>
          <p:nvPr>
            <p:ph type="subTitle" idx="18"/>
          </p:nvPr>
        </p:nvSpPr>
        <p:spPr>
          <a:xfrm>
            <a:off x="3305400" y="4052900"/>
            <a:ext cx="2533200" cy="502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88" name="Google Shape;188;p13"/>
          <p:cNvSpPr txBox="1">
            <a:spLocks noGrp="1"/>
          </p:cNvSpPr>
          <p:nvPr>
            <p:ph type="title" idx="19" hasCustomPrompt="1"/>
          </p:nvPr>
        </p:nvSpPr>
        <p:spPr>
          <a:xfrm>
            <a:off x="6776425" y="3210388"/>
            <a:ext cx="786300" cy="356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89" name="Google Shape;189;p13"/>
          <p:cNvSpPr txBox="1">
            <a:spLocks noGrp="1"/>
          </p:cNvSpPr>
          <p:nvPr>
            <p:ph type="subTitle" idx="20"/>
          </p:nvPr>
        </p:nvSpPr>
        <p:spPr>
          <a:xfrm>
            <a:off x="6273475" y="3654650"/>
            <a:ext cx="1792200" cy="274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1900">
                <a:solidFill>
                  <a:schemeClr val="lt1"/>
                </a:solidFill>
                <a:latin typeface="Vollkorn Black"/>
                <a:ea typeface="Vollkorn Black"/>
                <a:cs typeface="Vollkorn Black"/>
                <a:sym typeface="Vollkorn Black"/>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90" name="Google Shape;190;p13"/>
          <p:cNvSpPr txBox="1">
            <a:spLocks noGrp="1"/>
          </p:cNvSpPr>
          <p:nvPr>
            <p:ph type="subTitle" idx="21"/>
          </p:nvPr>
        </p:nvSpPr>
        <p:spPr>
          <a:xfrm>
            <a:off x="5902975" y="4052900"/>
            <a:ext cx="2533200" cy="502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cSld name="CUSTOM_1">
    <p:spTree>
      <p:nvGrpSpPr>
        <p:cNvPr id="1" name="Shape 191"/>
        <p:cNvGrpSpPr/>
        <p:nvPr/>
      </p:nvGrpSpPr>
      <p:grpSpPr>
        <a:xfrm>
          <a:off x="0" y="0"/>
          <a:ext cx="0" cy="0"/>
          <a:chOff x="0" y="0"/>
          <a:chExt cx="0" cy="0"/>
        </a:xfrm>
      </p:grpSpPr>
      <p:grpSp>
        <p:nvGrpSpPr>
          <p:cNvPr id="192" name="Google Shape;192;p14"/>
          <p:cNvGrpSpPr/>
          <p:nvPr/>
        </p:nvGrpSpPr>
        <p:grpSpPr>
          <a:xfrm rot="10800000">
            <a:off x="-2128200" y="-1168530"/>
            <a:ext cx="14910750" cy="8521830"/>
            <a:chOff x="-3899850" y="-2063880"/>
            <a:chExt cx="14910750" cy="8521830"/>
          </a:xfrm>
        </p:grpSpPr>
        <p:sp>
          <p:nvSpPr>
            <p:cNvPr id="193" name="Google Shape;193;p14"/>
            <p:cNvSpPr/>
            <p:nvPr/>
          </p:nvSpPr>
          <p:spPr>
            <a:xfrm>
              <a:off x="3042175" y="2171700"/>
              <a:ext cx="7968725" cy="3543300"/>
            </a:xfrm>
            <a:custGeom>
              <a:avLst/>
              <a:gdLst/>
              <a:ahLst/>
              <a:cxnLst/>
              <a:rect l="l" t="t" r="r" b="b"/>
              <a:pathLst>
                <a:path w="318749" h="141732" extrusionOk="0">
                  <a:moveTo>
                    <a:pt x="301985" y="105156"/>
                  </a:moveTo>
                  <a:lnTo>
                    <a:pt x="318749" y="0"/>
                  </a:lnTo>
                  <a:lnTo>
                    <a:pt x="0" y="67338"/>
                  </a:lnTo>
                  <a:lnTo>
                    <a:pt x="202163" y="141732"/>
                  </a:lnTo>
                  <a:close/>
                </a:path>
              </a:pathLst>
            </a:custGeom>
            <a:solidFill>
              <a:schemeClr val="accent2"/>
            </a:solidFill>
            <a:ln>
              <a:noFill/>
            </a:ln>
          </p:spPr>
        </p:sp>
        <p:sp>
          <p:nvSpPr>
            <p:cNvPr id="194" name="Google Shape;194;p14"/>
            <p:cNvSpPr/>
            <p:nvPr/>
          </p:nvSpPr>
          <p:spPr>
            <a:xfrm rot="10800000">
              <a:off x="-3899850" y="-461910"/>
              <a:ext cx="6377400" cy="3162248"/>
            </a:xfrm>
            <a:custGeom>
              <a:avLst/>
              <a:gdLst/>
              <a:ahLst/>
              <a:cxnLst/>
              <a:rect l="l" t="t" r="r" b="b"/>
              <a:pathLst>
                <a:path w="255096" h="93884" extrusionOk="0">
                  <a:moveTo>
                    <a:pt x="22532" y="26288"/>
                  </a:moveTo>
                  <a:lnTo>
                    <a:pt x="0" y="93884"/>
                  </a:lnTo>
                  <a:lnTo>
                    <a:pt x="255096" y="81277"/>
                  </a:lnTo>
                  <a:lnTo>
                    <a:pt x="190450" y="0"/>
                  </a:lnTo>
                  <a:close/>
                </a:path>
              </a:pathLst>
            </a:custGeom>
            <a:solidFill>
              <a:schemeClr val="dk2"/>
            </a:solidFill>
            <a:ln>
              <a:noFill/>
            </a:ln>
          </p:spPr>
        </p:sp>
        <p:sp>
          <p:nvSpPr>
            <p:cNvPr id="195" name="Google Shape;195;p14"/>
            <p:cNvSpPr/>
            <p:nvPr/>
          </p:nvSpPr>
          <p:spPr>
            <a:xfrm rot="9529261">
              <a:off x="-48852" y="-824740"/>
              <a:ext cx="7535465" cy="3614695"/>
            </a:xfrm>
            <a:custGeom>
              <a:avLst/>
              <a:gdLst/>
              <a:ahLst/>
              <a:cxnLst/>
              <a:rect l="l" t="t" r="r" b="b"/>
              <a:pathLst>
                <a:path w="267167" h="144581" extrusionOk="0">
                  <a:moveTo>
                    <a:pt x="105150" y="0"/>
                  </a:moveTo>
                  <a:lnTo>
                    <a:pt x="0" y="83959"/>
                  </a:lnTo>
                  <a:lnTo>
                    <a:pt x="179989" y="144581"/>
                  </a:lnTo>
                  <a:lnTo>
                    <a:pt x="267167" y="43991"/>
                  </a:lnTo>
                  <a:close/>
                </a:path>
              </a:pathLst>
            </a:custGeom>
            <a:solidFill>
              <a:schemeClr val="accent2"/>
            </a:solidFill>
            <a:ln>
              <a:noFill/>
            </a:ln>
          </p:spPr>
        </p:sp>
        <p:sp>
          <p:nvSpPr>
            <p:cNvPr id="196" name="Google Shape;196;p14"/>
            <p:cNvSpPr/>
            <p:nvPr/>
          </p:nvSpPr>
          <p:spPr>
            <a:xfrm rot="10800000">
              <a:off x="-2357184" y="2262200"/>
              <a:ext cx="7376600" cy="3057925"/>
            </a:xfrm>
            <a:custGeom>
              <a:avLst/>
              <a:gdLst/>
              <a:ahLst/>
              <a:cxnLst/>
              <a:rect l="l" t="t" r="r" b="b"/>
              <a:pathLst>
                <a:path w="295064" h="122317" extrusionOk="0">
                  <a:moveTo>
                    <a:pt x="135730" y="13144"/>
                  </a:moveTo>
                  <a:lnTo>
                    <a:pt x="0" y="92006"/>
                  </a:lnTo>
                  <a:lnTo>
                    <a:pt x="295064" y="122317"/>
                  </a:lnTo>
                  <a:lnTo>
                    <a:pt x="209496" y="0"/>
                  </a:lnTo>
                  <a:close/>
                </a:path>
              </a:pathLst>
            </a:custGeom>
            <a:solidFill>
              <a:schemeClr val="lt2"/>
            </a:solidFill>
            <a:ln>
              <a:noFill/>
            </a:ln>
          </p:spPr>
        </p:sp>
        <p:sp>
          <p:nvSpPr>
            <p:cNvPr id="197" name="Google Shape;197;p14"/>
            <p:cNvSpPr/>
            <p:nvPr/>
          </p:nvSpPr>
          <p:spPr>
            <a:xfrm rot="10800000">
              <a:off x="-3152722" y="1252475"/>
              <a:ext cx="6759625" cy="2803100"/>
            </a:xfrm>
            <a:custGeom>
              <a:avLst/>
              <a:gdLst/>
              <a:ahLst/>
              <a:cxnLst/>
              <a:rect l="l" t="t" r="r" b="b"/>
              <a:pathLst>
                <a:path w="270385" h="112124" extrusionOk="0">
                  <a:moveTo>
                    <a:pt x="41308" y="0"/>
                  </a:moveTo>
                  <a:lnTo>
                    <a:pt x="0" y="39431"/>
                  </a:lnTo>
                  <a:lnTo>
                    <a:pt x="88250" y="112124"/>
                  </a:lnTo>
                  <a:lnTo>
                    <a:pt x="270385" y="87715"/>
                  </a:lnTo>
                  <a:close/>
                </a:path>
              </a:pathLst>
            </a:custGeom>
            <a:solidFill>
              <a:schemeClr val="accent2"/>
            </a:solidFill>
            <a:ln>
              <a:noFill/>
            </a:ln>
          </p:spPr>
        </p:sp>
        <p:sp>
          <p:nvSpPr>
            <p:cNvPr id="198" name="Google Shape;198;p14"/>
            <p:cNvSpPr/>
            <p:nvPr/>
          </p:nvSpPr>
          <p:spPr>
            <a:xfrm>
              <a:off x="210625" y="3096725"/>
              <a:ext cx="7123625" cy="3023675"/>
            </a:xfrm>
            <a:custGeom>
              <a:avLst/>
              <a:gdLst/>
              <a:ahLst/>
              <a:cxnLst/>
              <a:rect l="l" t="t" r="r" b="b"/>
              <a:pathLst>
                <a:path w="284945" h="120947" extrusionOk="0">
                  <a:moveTo>
                    <a:pt x="226652" y="9525"/>
                  </a:moveTo>
                  <a:lnTo>
                    <a:pt x="170264" y="0"/>
                  </a:lnTo>
                  <a:lnTo>
                    <a:pt x="75011" y="13734"/>
                  </a:lnTo>
                  <a:lnTo>
                    <a:pt x="0" y="120947"/>
                  </a:lnTo>
                  <a:lnTo>
                    <a:pt x="284945" y="90253"/>
                  </a:lnTo>
                  <a:close/>
                </a:path>
              </a:pathLst>
            </a:custGeom>
            <a:solidFill>
              <a:schemeClr val="accent3"/>
            </a:solidFill>
            <a:ln>
              <a:noFill/>
            </a:ln>
          </p:spPr>
        </p:sp>
        <p:sp>
          <p:nvSpPr>
            <p:cNvPr id="199" name="Google Shape;199;p14"/>
            <p:cNvSpPr/>
            <p:nvPr/>
          </p:nvSpPr>
          <p:spPr>
            <a:xfrm>
              <a:off x="6915150" y="-553700"/>
              <a:ext cx="2933700" cy="3639800"/>
            </a:xfrm>
            <a:custGeom>
              <a:avLst/>
              <a:gdLst/>
              <a:ahLst/>
              <a:cxnLst/>
              <a:rect l="l" t="t" r="r" b="b"/>
              <a:pathLst>
                <a:path w="117348" h="145592" extrusionOk="0">
                  <a:moveTo>
                    <a:pt x="6979" y="109875"/>
                  </a:moveTo>
                  <a:lnTo>
                    <a:pt x="0" y="145592"/>
                  </a:lnTo>
                  <a:lnTo>
                    <a:pt x="117348" y="122732"/>
                  </a:lnTo>
                  <a:lnTo>
                    <a:pt x="105828" y="0"/>
                  </a:lnTo>
                  <a:close/>
                </a:path>
              </a:pathLst>
            </a:custGeom>
            <a:solidFill>
              <a:schemeClr val="dk2"/>
            </a:solidFill>
            <a:ln>
              <a:noFill/>
            </a:ln>
          </p:spPr>
        </p:sp>
        <p:sp>
          <p:nvSpPr>
            <p:cNvPr id="200" name="Google Shape;200;p14"/>
            <p:cNvSpPr/>
            <p:nvPr/>
          </p:nvSpPr>
          <p:spPr>
            <a:xfrm rot="10800000">
              <a:off x="-1848434" y="4195750"/>
              <a:ext cx="4410075" cy="1733550"/>
            </a:xfrm>
            <a:custGeom>
              <a:avLst/>
              <a:gdLst/>
              <a:ahLst/>
              <a:cxnLst/>
              <a:rect l="l" t="t" r="r" b="b"/>
              <a:pathLst>
                <a:path w="176403" h="69342" extrusionOk="0">
                  <a:moveTo>
                    <a:pt x="60579" y="0"/>
                  </a:moveTo>
                  <a:lnTo>
                    <a:pt x="0" y="69342"/>
                  </a:lnTo>
                  <a:lnTo>
                    <a:pt x="176403" y="64770"/>
                  </a:lnTo>
                  <a:lnTo>
                    <a:pt x="97155" y="6096"/>
                  </a:lnTo>
                  <a:close/>
                </a:path>
              </a:pathLst>
            </a:custGeom>
            <a:solidFill>
              <a:schemeClr val="accent1"/>
            </a:solidFill>
            <a:ln>
              <a:noFill/>
            </a:ln>
          </p:spPr>
        </p:sp>
        <p:sp>
          <p:nvSpPr>
            <p:cNvPr id="201" name="Google Shape;201;p14"/>
            <p:cNvSpPr/>
            <p:nvPr/>
          </p:nvSpPr>
          <p:spPr>
            <a:xfrm rot="10800000">
              <a:off x="4400608" y="-296972"/>
              <a:ext cx="5000565" cy="2559160"/>
            </a:xfrm>
            <a:custGeom>
              <a:avLst/>
              <a:gdLst/>
              <a:ahLst/>
              <a:cxnLst/>
              <a:rect l="l" t="t" r="r" b="b"/>
              <a:pathLst>
                <a:path w="88011" h="60579" extrusionOk="0">
                  <a:moveTo>
                    <a:pt x="0" y="55245"/>
                  </a:moveTo>
                  <a:lnTo>
                    <a:pt x="11049" y="4572"/>
                  </a:lnTo>
                  <a:lnTo>
                    <a:pt x="56007" y="0"/>
                  </a:lnTo>
                  <a:lnTo>
                    <a:pt x="88011" y="60579"/>
                  </a:lnTo>
                  <a:close/>
                </a:path>
              </a:pathLst>
            </a:custGeom>
            <a:solidFill>
              <a:schemeClr val="accent1"/>
            </a:solidFill>
            <a:ln>
              <a:noFill/>
            </a:ln>
          </p:spPr>
        </p:sp>
        <p:sp>
          <p:nvSpPr>
            <p:cNvPr id="202" name="Google Shape;202;p14"/>
            <p:cNvSpPr/>
            <p:nvPr/>
          </p:nvSpPr>
          <p:spPr>
            <a:xfrm>
              <a:off x="4438650" y="3943350"/>
              <a:ext cx="4229100" cy="2514600"/>
            </a:xfrm>
            <a:custGeom>
              <a:avLst/>
              <a:gdLst/>
              <a:ahLst/>
              <a:cxnLst/>
              <a:rect l="l" t="t" r="r" b="b"/>
              <a:pathLst>
                <a:path w="169164" h="100584" extrusionOk="0">
                  <a:moveTo>
                    <a:pt x="32004" y="13716"/>
                  </a:moveTo>
                  <a:lnTo>
                    <a:pt x="0" y="100584"/>
                  </a:lnTo>
                  <a:lnTo>
                    <a:pt x="169164" y="68580"/>
                  </a:lnTo>
                  <a:lnTo>
                    <a:pt x="102108" y="0"/>
                  </a:lnTo>
                  <a:close/>
                </a:path>
              </a:pathLst>
            </a:custGeom>
            <a:solidFill>
              <a:schemeClr val="dk2"/>
            </a:solidFill>
            <a:ln>
              <a:noFill/>
            </a:ln>
          </p:spPr>
        </p:sp>
      </p:grpSp>
      <p:sp>
        <p:nvSpPr>
          <p:cNvPr id="203" name="Google Shape;203;p14"/>
          <p:cNvSpPr/>
          <p:nvPr/>
        </p:nvSpPr>
        <p:spPr>
          <a:xfrm>
            <a:off x="515050" y="176400"/>
            <a:ext cx="8247950" cy="4783650"/>
          </a:xfrm>
          <a:custGeom>
            <a:avLst/>
            <a:gdLst/>
            <a:ahLst/>
            <a:cxnLst/>
            <a:rect l="l" t="t" r="r" b="b"/>
            <a:pathLst>
              <a:path w="329918" h="191346" extrusionOk="0">
                <a:moveTo>
                  <a:pt x="1411" y="6491"/>
                </a:moveTo>
                <a:lnTo>
                  <a:pt x="0" y="191346"/>
                </a:lnTo>
                <a:lnTo>
                  <a:pt x="329918" y="189371"/>
                </a:lnTo>
                <a:lnTo>
                  <a:pt x="328789" y="0"/>
                </a:lnTo>
                <a:close/>
              </a:path>
            </a:pathLst>
          </a:custGeom>
          <a:solidFill>
            <a:schemeClr val="dk1"/>
          </a:solidFill>
          <a:ln w="38100" cap="flat" cmpd="sng">
            <a:solidFill>
              <a:schemeClr val="lt1"/>
            </a:solidFill>
            <a:prstDash val="solid"/>
            <a:round/>
            <a:headEnd type="none" w="med" len="med"/>
            <a:tailEnd type="none" w="med" len="med"/>
          </a:ln>
        </p:spPr>
      </p:sp>
      <p:sp>
        <p:nvSpPr>
          <p:cNvPr id="204" name="Google Shape;204;p14"/>
          <p:cNvSpPr txBox="1">
            <a:spLocks noGrp="1"/>
          </p:cNvSpPr>
          <p:nvPr>
            <p:ph type="title"/>
          </p:nvPr>
        </p:nvSpPr>
        <p:spPr>
          <a:xfrm>
            <a:off x="1808938" y="3492313"/>
            <a:ext cx="4716300" cy="572700"/>
          </a:xfrm>
          <a:prstGeom prst="rect">
            <a:avLst/>
          </a:prstGeom>
        </p:spPr>
        <p:txBody>
          <a:bodyPr spcFirstLastPara="1" wrap="square" lIns="91425" tIns="91425" rIns="91425" bIns="91425" anchor="ctr" anchorCtr="0">
            <a:noAutofit/>
          </a:bodyPr>
          <a:lstStyle>
            <a:lvl1pPr lvl="0">
              <a:spcBef>
                <a:spcPts val="0"/>
              </a:spcBef>
              <a:spcAft>
                <a:spcPts val="0"/>
              </a:spcAft>
              <a:buSzPts val="3200"/>
              <a:buNone/>
              <a:defRPr sz="1900">
                <a:solidFill>
                  <a:schemeClr val="l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05" name="Google Shape;205;p14"/>
          <p:cNvSpPr txBox="1">
            <a:spLocks noGrp="1"/>
          </p:cNvSpPr>
          <p:nvPr>
            <p:ph type="subTitle" idx="1"/>
          </p:nvPr>
        </p:nvSpPr>
        <p:spPr>
          <a:xfrm>
            <a:off x="1808938" y="708175"/>
            <a:ext cx="5784300" cy="2601900"/>
          </a:xfrm>
          <a:prstGeom prst="rect">
            <a:avLst/>
          </a:prstGeom>
        </p:spPr>
        <p:txBody>
          <a:bodyPr spcFirstLastPara="1" wrap="square" lIns="91425" tIns="91425" rIns="91425" bIns="91425" anchor="ctr" anchorCtr="0">
            <a:noAutofit/>
          </a:bodyPr>
          <a:lstStyle>
            <a:lvl1pPr lvl="0">
              <a:spcBef>
                <a:spcPts val="0"/>
              </a:spcBef>
              <a:spcAft>
                <a:spcPts val="0"/>
              </a:spcAft>
              <a:buSzPts val="1400"/>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Numbers and text">
  <p:cSld name="CUSTOM_2">
    <p:spTree>
      <p:nvGrpSpPr>
        <p:cNvPr id="1" name="Shape 206"/>
        <p:cNvGrpSpPr/>
        <p:nvPr/>
      </p:nvGrpSpPr>
      <p:grpSpPr>
        <a:xfrm>
          <a:off x="0" y="0"/>
          <a:ext cx="0" cy="0"/>
          <a:chOff x="0" y="0"/>
          <a:chExt cx="0" cy="0"/>
        </a:xfrm>
      </p:grpSpPr>
      <p:grpSp>
        <p:nvGrpSpPr>
          <p:cNvPr id="207" name="Google Shape;207;p15"/>
          <p:cNvGrpSpPr/>
          <p:nvPr/>
        </p:nvGrpSpPr>
        <p:grpSpPr>
          <a:xfrm rot="10800000" flipH="1">
            <a:off x="-3614841" y="-2244893"/>
            <a:ext cx="15584691" cy="9714462"/>
            <a:chOff x="-3614841" y="-2244893"/>
            <a:chExt cx="15584691" cy="9714462"/>
          </a:xfrm>
        </p:grpSpPr>
        <p:sp>
          <p:nvSpPr>
            <p:cNvPr id="208" name="Google Shape;208;p15"/>
            <p:cNvSpPr/>
            <p:nvPr/>
          </p:nvSpPr>
          <p:spPr>
            <a:xfrm rot="10800000">
              <a:off x="-3282434" y="1040513"/>
              <a:ext cx="7376600" cy="3057925"/>
            </a:xfrm>
            <a:custGeom>
              <a:avLst/>
              <a:gdLst/>
              <a:ahLst/>
              <a:cxnLst/>
              <a:rect l="l" t="t" r="r" b="b"/>
              <a:pathLst>
                <a:path w="295064" h="122317" extrusionOk="0">
                  <a:moveTo>
                    <a:pt x="135730" y="13144"/>
                  </a:moveTo>
                  <a:lnTo>
                    <a:pt x="0" y="92006"/>
                  </a:lnTo>
                  <a:lnTo>
                    <a:pt x="295064" y="122317"/>
                  </a:lnTo>
                  <a:lnTo>
                    <a:pt x="209496" y="0"/>
                  </a:lnTo>
                  <a:close/>
                </a:path>
              </a:pathLst>
            </a:custGeom>
            <a:solidFill>
              <a:schemeClr val="dk2"/>
            </a:solidFill>
            <a:ln>
              <a:noFill/>
            </a:ln>
          </p:spPr>
        </p:sp>
        <p:sp>
          <p:nvSpPr>
            <p:cNvPr id="209" name="Google Shape;209;p15"/>
            <p:cNvSpPr/>
            <p:nvPr/>
          </p:nvSpPr>
          <p:spPr>
            <a:xfrm rot="10800000">
              <a:off x="5072700" y="-857198"/>
              <a:ext cx="6377400" cy="3162248"/>
            </a:xfrm>
            <a:custGeom>
              <a:avLst/>
              <a:gdLst/>
              <a:ahLst/>
              <a:cxnLst/>
              <a:rect l="l" t="t" r="r" b="b"/>
              <a:pathLst>
                <a:path w="255096" h="93884" extrusionOk="0">
                  <a:moveTo>
                    <a:pt x="22532" y="26288"/>
                  </a:moveTo>
                  <a:lnTo>
                    <a:pt x="0" y="93884"/>
                  </a:lnTo>
                  <a:lnTo>
                    <a:pt x="255096" y="81277"/>
                  </a:lnTo>
                  <a:lnTo>
                    <a:pt x="190450" y="0"/>
                  </a:lnTo>
                  <a:close/>
                </a:path>
              </a:pathLst>
            </a:custGeom>
            <a:solidFill>
              <a:schemeClr val="accent2"/>
            </a:solidFill>
            <a:ln>
              <a:noFill/>
            </a:ln>
          </p:spPr>
        </p:sp>
        <p:sp>
          <p:nvSpPr>
            <p:cNvPr id="210" name="Google Shape;210;p15"/>
            <p:cNvSpPr/>
            <p:nvPr/>
          </p:nvSpPr>
          <p:spPr>
            <a:xfrm rot="9529261">
              <a:off x="713148" y="-1005752"/>
              <a:ext cx="7535465" cy="3614695"/>
            </a:xfrm>
            <a:custGeom>
              <a:avLst/>
              <a:gdLst/>
              <a:ahLst/>
              <a:cxnLst/>
              <a:rect l="l" t="t" r="r" b="b"/>
              <a:pathLst>
                <a:path w="267167" h="144581" extrusionOk="0">
                  <a:moveTo>
                    <a:pt x="105150" y="0"/>
                  </a:moveTo>
                  <a:lnTo>
                    <a:pt x="0" y="83959"/>
                  </a:lnTo>
                  <a:lnTo>
                    <a:pt x="179989" y="144581"/>
                  </a:lnTo>
                  <a:lnTo>
                    <a:pt x="267167" y="43991"/>
                  </a:lnTo>
                  <a:close/>
                </a:path>
              </a:pathLst>
            </a:custGeom>
            <a:solidFill>
              <a:schemeClr val="accent1"/>
            </a:solidFill>
            <a:ln>
              <a:noFill/>
            </a:ln>
          </p:spPr>
        </p:sp>
        <p:sp>
          <p:nvSpPr>
            <p:cNvPr id="211" name="Google Shape;211;p15"/>
            <p:cNvSpPr/>
            <p:nvPr/>
          </p:nvSpPr>
          <p:spPr>
            <a:xfrm rot="10800000">
              <a:off x="3414966" y="3788988"/>
              <a:ext cx="7376600" cy="3057925"/>
            </a:xfrm>
            <a:custGeom>
              <a:avLst/>
              <a:gdLst/>
              <a:ahLst/>
              <a:cxnLst/>
              <a:rect l="l" t="t" r="r" b="b"/>
              <a:pathLst>
                <a:path w="295064" h="122317" extrusionOk="0">
                  <a:moveTo>
                    <a:pt x="135730" y="13144"/>
                  </a:moveTo>
                  <a:lnTo>
                    <a:pt x="0" y="92006"/>
                  </a:lnTo>
                  <a:lnTo>
                    <a:pt x="295064" y="122317"/>
                  </a:lnTo>
                  <a:lnTo>
                    <a:pt x="209496" y="0"/>
                  </a:lnTo>
                  <a:close/>
                </a:path>
              </a:pathLst>
            </a:custGeom>
            <a:solidFill>
              <a:schemeClr val="dk2"/>
            </a:solidFill>
            <a:ln>
              <a:noFill/>
            </a:ln>
          </p:spPr>
        </p:sp>
        <p:sp>
          <p:nvSpPr>
            <p:cNvPr id="212" name="Google Shape;212;p15"/>
            <p:cNvSpPr/>
            <p:nvPr/>
          </p:nvSpPr>
          <p:spPr>
            <a:xfrm>
              <a:off x="5210225" y="1228600"/>
              <a:ext cx="6759625" cy="3159050"/>
            </a:xfrm>
            <a:custGeom>
              <a:avLst/>
              <a:gdLst/>
              <a:ahLst/>
              <a:cxnLst/>
              <a:rect l="l" t="t" r="r" b="b"/>
              <a:pathLst>
                <a:path w="270385" h="126362" extrusionOk="0">
                  <a:moveTo>
                    <a:pt x="229077" y="126362"/>
                  </a:moveTo>
                  <a:lnTo>
                    <a:pt x="270385" y="86931"/>
                  </a:lnTo>
                  <a:lnTo>
                    <a:pt x="236667" y="0"/>
                  </a:lnTo>
                  <a:lnTo>
                    <a:pt x="0" y="38647"/>
                  </a:lnTo>
                  <a:close/>
                </a:path>
              </a:pathLst>
            </a:custGeom>
            <a:solidFill>
              <a:schemeClr val="accent3"/>
            </a:solidFill>
            <a:ln>
              <a:noFill/>
            </a:ln>
          </p:spPr>
        </p:sp>
        <p:sp>
          <p:nvSpPr>
            <p:cNvPr id="213" name="Google Shape;213;p15"/>
            <p:cNvSpPr/>
            <p:nvPr/>
          </p:nvSpPr>
          <p:spPr>
            <a:xfrm>
              <a:off x="1010725" y="3448050"/>
              <a:ext cx="5666300" cy="3023675"/>
            </a:xfrm>
            <a:custGeom>
              <a:avLst/>
              <a:gdLst/>
              <a:ahLst/>
              <a:cxnLst/>
              <a:rect l="l" t="t" r="r" b="b"/>
              <a:pathLst>
                <a:path w="226652" h="120947" extrusionOk="0">
                  <a:moveTo>
                    <a:pt x="226652" y="9525"/>
                  </a:moveTo>
                  <a:lnTo>
                    <a:pt x="170264" y="0"/>
                  </a:lnTo>
                  <a:lnTo>
                    <a:pt x="75011" y="13734"/>
                  </a:lnTo>
                  <a:lnTo>
                    <a:pt x="0" y="120947"/>
                  </a:lnTo>
                  <a:lnTo>
                    <a:pt x="173873" y="109036"/>
                  </a:lnTo>
                  <a:close/>
                </a:path>
              </a:pathLst>
            </a:custGeom>
            <a:solidFill>
              <a:schemeClr val="accent2"/>
            </a:solidFill>
            <a:ln>
              <a:noFill/>
            </a:ln>
          </p:spPr>
        </p:sp>
        <p:sp>
          <p:nvSpPr>
            <p:cNvPr id="214" name="Google Shape;214;p15"/>
            <p:cNvSpPr/>
            <p:nvPr/>
          </p:nvSpPr>
          <p:spPr>
            <a:xfrm rot="-9131884">
              <a:off x="-3053187" y="2383397"/>
              <a:ext cx="6039861" cy="3902927"/>
            </a:xfrm>
            <a:custGeom>
              <a:avLst/>
              <a:gdLst/>
              <a:ahLst/>
              <a:cxnLst/>
              <a:rect l="l" t="t" r="r" b="b"/>
              <a:pathLst>
                <a:path w="96774" h="129921" extrusionOk="0">
                  <a:moveTo>
                    <a:pt x="38862" y="0"/>
                  </a:moveTo>
                  <a:lnTo>
                    <a:pt x="0" y="42291"/>
                  </a:lnTo>
                  <a:lnTo>
                    <a:pt x="19431" y="129921"/>
                  </a:lnTo>
                  <a:lnTo>
                    <a:pt x="96774" y="25527"/>
                  </a:lnTo>
                  <a:close/>
                </a:path>
              </a:pathLst>
            </a:custGeom>
            <a:solidFill>
              <a:schemeClr val="accent1"/>
            </a:solidFill>
            <a:ln>
              <a:noFill/>
            </a:ln>
          </p:spPr>
        </p:sp>
        <p:sp>
          <p:nvSpPr>
            <p:cNvPr id="215" name="Google Shape;215;p15"/>
            <p:cNvSpPr/>
            <p:nvPr/>
          </p:nvSpPr>
          <p:spPr>
            <a:xfrm>
              <a:off x="6514525" y="3038475"/>
              <a:ext cx="4688725" cy="1581150"/>
            </a:xfrm>
            <a:custGeom>
              <a:avLst/>
              <a:gdLst/>
              <a:ahLst/>
              <a:cxnLst/>
              <a:rect l="l" t="t" r="r" b="b"/>
              <a:pathLst>
                <a:path w="187549" h="63246" extrusionOk="0">
                  <a:moveTo>
                    <a:pt x="187549" y="60045"/>
                  </a:moveTo>
                  <a:lnTo>
                    <a:pt x="176403" y="0"/>
                  </a:lnTo>
                  <a:lnTo>
                    <a:pt x="0" y="4572"/>
                  </a:lnTo>
                  <a:lnTo>
                    <a:pt x="79248" y="63246"/>
                  </a:lnTo>
                  <a:close/>
                </a:path>
              </a:pathLst>
            </a:custGeom>
            <a:solidFill>
              <a:schemeClr val="accent1"/>
            </a:solidFill>
            <a:ln>
              <a:noFill/>
            </a:ln>
          </p:spPr>
        </p:sp>
        <p:sp>
          <p:nvSpPr>
            <p:cNvPr id="216" name="Google Shape;216;p15"/>
            <p:cNvSpPr/>
            <p:nvPr/>
          </p:nvSpPr>
          <p:spPr>
            <a:xfrm>
              <a:off x="-2305000" y="-254100"/>
              <a:ext cx="4984350" cy="2366000"/>
            </a:xfrm>
            <a:custGeom>
              <a:avLst/>
              <a:gdLst/>
              <a:ahLst/>
              <a:cxnLst/>
              <a:rect l="l" t="t" r="r" b="b"/>
              <a:pathLst>
                <a:path w="199374" h="94640" extrusionOk="0">
                  <a:moveTo>
                    <a:pt x="199374" y="1834"/>
                  </a:moveTo>
                  <a:lnTo>
                    <a:pt x="174912" y="94640"/>
                  </a:lnTo>
                  <a:lnTo>
                    <a:pt x="5850" y="74579"/>
                  </a:lnTo>
                  <a:lnTo>
                    <a:pt x="0" y="0"/>
                  </a:lnTo>
                  <a:close/>
                </a:path>
              </a:pathLst>
            </a:custGeom>
            <a:solidFill>
              <a:schemeClr val="accent3"/>
            </a:solidFill>
            <a:ln>
              <a:noFill/>
            </a:ln>
          </p:spPr>
        </p:sp>
      </p:grpSp>
      <p:sp>
        <p:nvSpPr>
          <p:cNvPr id="217" name="Google Shape;217;p15"/>
          <p:cNvSpPr/>
          <p:nvPr/>
        </p:nvSpPr>
        <p:spPr>
          <a:xfrm>
            <a:off x="259275" y="322500"/>
            <a:ext cx="8328250" cy="4480900"/>
          </a:xfrm>
          <a:custGeom>
            <a:avLst/>
            <a:gdLst/>
            <a:ahLst/>
            <a:cxnLst/>
            <a:rect l="l" t="t" r="r" b="b"/>
            <a:pathLst>
              <a:path w="333130" h="179236" extrusionOk="0">
                <a:moveTo>
                  <a:pt x="0" y="0"/>
                </a:moveTo>
                <a:lnTo>
                  <a:pt x="10694" y="179236"/>
                </a:lnTo>
                <a:lnTo>
                  <a:pt x="333130" y="175039"/>
                </a:lnTo>
                <a:lnTo>
                  <a:pt x="331106" y="6577"/>
                </a:lnTo>
                <a:close/>
              </a:path>
            </a:pathLst>
          </a:custGeom>
          <a:solidFill>
            <a:schemeClr val="dk1"/>
          </a:solidFill>
          <a:ln w="38100" cap="flat" cmpd="sng">
            <a:solidFill>
              <a:schemeClr val="lt1"/>
            </a:solidFill>
            <a:prstDash val="solid"/>
            <a:round/>
            <a:headEnd type="none" w="med" len="med"/>
            <a:tailEnd type="none" w="med" len="med"/>
          </a:ln>
        </p:spPr>
      </p:sp>
      <p:sp>
        <p:nvSpPr>
          <p:cNvPr id="218" name="Google Shape;218;p15"/>
          <p:cNvSpPr txBox="1">
            <a:spLocks noGrp="1"/>
          </p:cNvSpPr>
          <p:nvPr>
            <p:ph type="title" hasCustomPrompt="1"/>
          </p:nvPr>
        </p:nvSpPr>
        <p:spPr>
          <a:xfrm>
            <a:off x="1407134" y="823300"/>
            <a:ext cx="4125600" cy="674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000"/>
              <a:buNone/>
              <a:defRPr sz="5000">
                <a:solidFill>
                  <a:schemeClr val="lt1"/>
                </a:solidFill>
              </a:defRPr>
            </a:lvl1pPr>
            <a:lvl2pPr lvl="1" algn="ctr" rtl="0">
              <a:spcBef>
                <a:spcPts val="0"/>
              </a:spcBef>
              <a:spcAft>
                <a:spcPts val="0"/>
              </a:spcAft>
              <a:buSzPts val="5000"/>
              <a:buNone/>
              <a:defRPr sz="5000"/>
            </a:lvl2pPr>
            <a:lvl3pPr lvl="2" algn="ctr" rtl="0">
              <a:spcBef>
                <a:spcPts val="0"/>
              </a:spcBef>
              <a:spcAft>
                <a:spcPts val="0"/>
              </a:spcAft>
              <a:buSzPts val="5000"/>
              <a:buNone/>
              <a:defRPr sz="5000"/>
            </a:lvl3pPr>
            <a:lvl4pPr lvl="3" algn="ctr" rtl="0">
              <a:spcBef>
                <a:spcPts val="0"/>
              </a:spcBef>
              <a:spcAft>
                <a:spcPts val="0"/>
              </a:spcAft>
              <a:buSzPts val="5000"/>
              <a:buNone/>
              <a:defRPr sz="5000"/>
            </a:lvl4pPr>
            <a:lvl5pPr lvl="4" algn="ctr" rtl="0">
              <a:spcBef>
                <a:spcPts val="0"/>
              </a:spcBef>
              <a:spcAft>
                <a:spcPts val="0"/>
              </a:spcAft>
              <a:buSzPts val="5000"/>
              <a:buNone/>
              <a:defRPr sz="5000"/>
            </a:lvl5pPr>
            <a:lvl6pPr lvl="5" algn="ctr" rtl="0">
              <a:spcBef>
                <a:spcPts val="0"/>
              </a:spcBef>
              <a:spcAft>
                <a:spcPts val="0"/>
              </a:spcAft>
              <a:buSzPts val="5000"/>
              <a:buNone/>
              <a:defRPr sz="5000"/>
            </a:lvl6pPr>
            <a:lvl7pPr lvl="6" algn="ctr" rtl="0">
              <a:spcBef>
                <a:spcPts val="0"/>
              </a:spcBef>
              <a:spcAft>
                <a:spcPts val="0"/>
              </a:spcAft>
              <a:buSzPts val="5000"/>
              <a:buNone/>
              <a:defRPr sz="5000"/>
            </a:lvl7pPr>
            <a:lvl8pPr lvl="7" algn="ctr" rtl="0">
              <a:spcBef>
                <a:spcPts val="0"/>
              </a:spcBef>
              <a:spcAft>
                <a:spcPts val="0"/>
              </a:spcAft>
              <a:buSzPts val="5000"/>
              <a:buNone/>
              <a:defRPr sz="5000"/>
            </a:lvl8pPr>
            <a:lvl9pPr lvl="8" algn="ctr" rtl="0">
              <a:spcBef>
                <a:spcPts val="0"/>
              </a:spcBef>
              <a:spcAft>
                <a:spcPts val="0"/>
              </a:spcAft>
              <a:buSzPts val="5000"/>
              <a:buNone/>
              <a:defRPr sz="5000"/>
            </a:lvl9pPr>
          </a:lstStyle>
          <a:p>
            <a:r>
              <a:t>xx%</a:t>
            </a:r>
          </a:p>
        </p:txBody>
      </p:sp>
      <p:sp>
        <p:nvSpPr>
          <p:cNvPr id="219" name="Google Shape;219;p15"/>
          <p:cNvSpPr txBox="1">
            <a:spLocks noGrp="1"/>
          </p:cNvSpPr>
          <p:nvPr>
            <p:ph type="subTitle" idx="1"/>
          </p:nvPr>
        </p:nvSpPr>
        <p:spPr>
          <a:xfrm>
            <a:off x="1407134" y="1545038"/>
            <a:ext cx="41256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16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20" name="Google Shape;220;p15"/>
          <p:cNvSpPr txBox="1">
            <a:spLocks noGrp="1"/>
          </p:cNvSpPr>
          <p:nvPr>
            <p:ph type="title" idx="2" hasCustomPrompt="1"/>
          </p:nvPr>
        </p:nvSpPr>
        <p:spPr>
          <a:xfrm>
            <a:off x="2509200" y="2105781"/>
            <a:ext cx="4125600" cy="676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000"/>
              <a:buNone/>
              <a:defRPr sz="5000">
                <a:solidFill>
                  <a:schemeClr val="lt1"/>
                </a:solidFill>
              </a:defRPr>
            </a:lvl1pPr>
            <a:lvl2pPr lvl="1" algn="ctr" rtl="0">
              <a:spcBef>
                <a:spcPts val="0"/>
              </a:spcBef>
              <a:spcAft>
                <a:spcPts val="0"/>
              </a:spcAft>
              <a:buSzPts val="5000"/>
              <a:buNone/>
              <a:defRPr sz="5000"/>
            </a:lvl2pPr>
            <a:lvl3pPr lvl="2" algn="ctr" rtl="0">
              <a:spcBef>
                <a:spcPts val="0"/>
              </a:spcBef>
              <a:spcAft>
                <a:spcPts val="0"/>
              </a:spcAft>
              <a:buSzPts val="5000"/>
              <a:buNone/>
              <a:defRPr sz="5000"/>
            </a:lvl3pPr>
            <a:lvl4pPr lvl="3" algn="ctr" rtl="0">
              <a:spcBef>
                <a:spcPts val="0"/>
              </a:spcBef>
              <a:spcAft>
                <a:spcPts val="0"/>
              </a:spcAft>
              <a:buSzPts val="5000"/>
              <a:buNone/>
              <a:defRPr sz="5000"/>
            </a:lvl4pPr>
            <a:lvl5pPr lvl="4" algn="ctr" rtl="0">
              <a:spcBef>
                <a:spcPts val="0"/>
              </a:spcBef>
              <a:spcAft>
                <a:spcPts val="0"/>
              </a:spcAft>
              <a:buSzPts val="5000"/>
              <a:buNone/>
              <a:defRPr sz="5000"/>
            </a:lvl5pPr>
            <a:lvl6pPr lvl="5" algn="ctr" rtl="0">
              <a:spcBef>
                <a:spcPts val="0"/>
              </a:spcBef>
              <a:spcAft>
                <a:spcPts val="0"/>
              </a:spcAft>
              <a:buSzPts val="5000"/>
              <a:buNone/>
              <a:defRPr sz="5000"/>
            </a:lvl6pPr>
            <a:lvl7pPr lvl="6" algn="ctr" rtl="0">
              <a:spcBef>
                <a:spcPts val="0"/>
              </a:spcBef>
              <a:spcAft>
                <a:spcPts val="0"/>
              </a:spcAft>
              <a:buSzPts val="5000"/>
              <a:buNone/>
              <a:defRPr sz="5000"/>
            </a:lvl7pPr>
            <a:lvl8pPr lvl="7" algn="ctr" rtl="0">
              <a:spcBef>
                <a:spcPts val="0"/>
              </a:spcBef>
              <a:spcAft>
                <a:spcPts val="0"/>
              </a:spcAft>
              <a:buSzPts val="5000"/>
              <a:buNone/>
              <a:defRPr sz="5000"/>
            </a:lvl8pPr>
            <a:lvl9pPr lvl="8" algn="ctr" rtl="0">
              <a:spcBef>
                <a:spcPts val="0"/>
              </a:spcBef>
              <a:spcAft>
                <a:spcPts val="0"/>
              </a:spcAft>
              <a:buSzPts val="5000"/>
              <a:buNone/>
              <a:defRPr sz="5000"/>
            </a:lvl9pPr>
          </a:lstStyle>
          <a:p>
            <a:r>
              <a:t>xx%</a:t>
            </a:r>
          </a:p>
        </p:txBody>
      </p:sp>
      <p:sp>
        <p:nvSpPr>
          <p:cNvPr id="221" name="Google Shape;221;p15"/>
          <p:cNvSpPr txBox="1">
            <a:spLocks noGrp="1"/>
          </p:cNvSpPr>
          <p:nvPr>
            <p:ph type="subTitle" idx="3"/>
          </p:nvPr>
        </p:nvSpPr>
        <p:spPr>
          <a:xfrm>
            <a:off x="2509197" y="2829631"/>
            <a:ext cx="41256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16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22" name="Google Shape;222;p15"/>
          <p:cNvSpPr txBox="1">
            <a:spLocks noGrp="1"/>
          </p:cNvSpPr>
          <p:nvPr>
            <p:ph type="title" idx="4" hasCustomPrompt="1"/>
          </p:nvPr>
        </p:nvSpPr>
        <p:spPr>
          <a:xfrm>
            <a:off x="3611266" y="3390363"/>
            <a:ext cx="4125600" cy="676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000"/>
              <a:buNone/>
              <a:defRPr sz="5000">
                <a:solidFill>
                  <a:schemeClr val="lt1"/>
                </a:solidFill>
              </a:defRPr>
            </a:lvl1pPr>
            <a:lvl2pPr lvl="1" algn="ctr" rtl="0">
              <a:spcBef>
                <a:spcPts val="0"/>
              </a:spcBef>
              <a:spcAft>
                <a:spcPts val="0"/>
              </a:spcAft>
              <a:buSzPts val="5000"/>
              <a:buNone/>
              <a:defRPr sz="5000"/>
            </a:lvl2pPr>
            <a:lvl3pPr lvl="2" algn="ctr" rtl="0">
              <a:spcBef>
                <a:spcPts val="0"/>
              </a:spcBef>
              <a:spcAft>
                <a:spcPts val="0"/>
              </a:spcAft>
              <a:buSzPts val="5000"/>
              <a:buNone/>
              <a:defRPr sz="5000"/>
            </a:lvl3pPr>
            <a:lvl4pPr lvl="3" algn="ctr" rtl="0">
              <a:spcBef>
                <a:spcPts val="0"/>
              </a:spcBef>
              <a:spcAft>
                <a:spcPts val="0"/>
              </a:spcAft>
              <a:buSzPts val="5000"/>
              <a:buNone/>
              <a:defRPr sz="5000"/>
            </a:lvl4pPr>
            <a:lvl5pPr lvl="4" algn="ctr" rtl="0">
              <a:spcBef>
                <a:spcPts val="0"/>
              </a:spcBef>
              <a:spcAft>
                <a:spcPts val="0"/>
              </a:spcAft>
              <a:buSzPts val="5000"/>
              <a:buNone/>
              <a:defRPr sz="5000"/>
            </a:lvl5pPr>
            <a:lvl6pPr lvl="5" algn="ctr" rtl="0">
              <a:spcBef>
                <a:spcPts val="0"/>
              </a:spcBef>
              <a:spcAft>
                <a:spcPts val="0"/>
              </a:spcAft>
              <a:buSzPts val="5000"/>
              <a:buNone/>
              <a:defRPr sz="5000"/>
            </a:lvl6pPr>
            <a:lvl7pPr lvl="6" algn="ctr" rtl="0">
              <a:spcBef>
                <a:spcPts val="0"/>
              </a:spcBef>
              <a:spcAft>
                <a:spcPts val="0"/>
              </a:spcAft>
              <a:buSzPts val="5000"/>
              <a:buNone/>
              <a:defRPr sz="5000"/>
            </a:lvl7pPr>
            <a:lvl8pPr lvl="7" algn="ctr" rtl="0">
              <a:spcBef>
                <a:spcPts val="0"/>
              </a:spcBef>
              <a:spcAft>
                <a:spcPts val="0"/>
              </a:spcAft>
              <a:buSzPts val="5000"/>
              <a:buNone/>
              <a:defRPr sz="5000"/>
            </a:lvl8pPr>
            <a:lvl9pPr lvl="8" algn="ctr" rtl="0">
              <a:spcBef>
                <a:spcPts val="0"/>
              </a:spcBef>
              <a:spcAft>
                <a:spcPts val="0"/>
              </a:spcAft>
              <a:buSzPts val="5000"/>
              <a:buNone/>
              <a:defRPr sz="5000"/>
            </a:lvl9pPr>
          </a:lstStyle>
          <a:p>
            <a:r>
              <a:t>xx%</a:t>
            </a:r>
          </a:p>
        </p:txBody>
      </p:sp>
      <p:sp>
        <p:nvSpPr>
          <p:cNvPr id="223" name="Google Shape;223;p15"/>
          <p:cNvSpPr txBox="1">
            <a:spLocks noGrp="1"/>
          </p:cNvSpPr>
          <p:nvPr>
            <p:ph type="subTitle" idx="5"/>
          </p:nvPr>
        </p:nvSpPr>
        <p:spPr>
          <a:xfrm>
            <a:off x="3611259" y="4114225"/>
            <a:ext cx="4125600" cy="367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16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Numbers and text 1">
  <p:cSld name="CUSTOM_17">
    <p:spTree>
      <p:nvGrpSpPr>
        <p:cNvPr id="1" name="Shape 224"/>
        <p:cNvGrpSpPr/>
        <p:nvPr/>
      </p:nvGrpSpPr>
      <p:grpSpPr>
        <a:xfrm>
          <a:off x="0" y="0"/>
          <a:ext cx="0" cy="0"/>
          <a:chOff x="0" y="0"/>
          <a:chExt cx="0" cy="0"/>
        </a:xfrm>
      </p:grpSpPr>
      <p:grpSp>
        <p:nvGrpSpPr>
          <p:cNvPr id="225" name="Google Shape;225;p16"/>
          <p:cNvGrpSpPr/>
          <p:nvPr/>
        </p:nvGrpSpPr>
        <p:grpSpPr>
          <a:xfrm>
            <a:off x="-3899850" y="-2063880"/>
            <a:ext cx="16176511" cy="8976955"/>
            <a:chOff x="-3899850" y="-2063880"/>
            <a:chExt cx="16176511" cy="8976955"/>
          </a:xfrm>
        </p:grpSpPr>
        <p:sp>
          <p:nvSpPr>
            <p:cNvPr id="226" name="Google Shape;226;p16"/>
            <p:cNvSpPr/>
            <p:nvPr/>
          </p:nvSpPr>
          <p:spPr>
            <a:xfrm rot="10800000">
              <a:off x="3042166" y="3855150"/>
              <a:ext cx="7376600" cy="3057925"/>
            </a:xfrm>
            <a:custGeom>
              <a:avLst/>
              <a:gdLst/>
              <a:ahLst/>
              <a:cxnLst/>
              <a:rect l="l" t="t" r="r" b="b"/>
              <a:pathLst>
                <a:path w="295064" h="122317" extrusionOk="0">
                  <a:moveTo>
                    <a:pt x="135730" y="13144"/>
                  </a:moveTo>
                  <a:lnTo>
                    <a:pt x="0" y="92006"/>
                  </a:lnTo>
                  <a:lnTo>
                    <a:pt x="295064" y="122317"/>
                  </a:lnTo>
                  <a:lnTo>
                    <a:pt x="209496" y="0"/>
                  </a:lnTo>
                  <a:close/>
                </a:path>
              </a:pathLst>
            </a:custGeom>
            <a:solidFill>
              <a:schemeClr val="dk2"/>
            </a:solidFill>
            <a:ln>
              <a:noFill/>
            </a:ln>
          </p:spPr>
        </p:sp>
        <p:sp>
          <p:nvSpPr>
            <p:cNvPr id="227" name="Google Shape;227;p16"/>
            <p:cNvSpPr/>
            <p:nvPr/>
          </p:nvSpPr>
          <p:spPr>
            <a:xfrm rot="10800000">
              <a:off x="-3899850" y="-461910"/>
              <a:ext cx="6377400" cy="3162248"/>
            </a:xfrm>
            <a:custGeom>
              <a:avLst/>
              <a:gdLst/>
              <a:ahLst/>
              <a:cxnLst/>
              <a:rect l="l" t="t" r="r" b="b"/>
              <a:pathLst>
                <a:path w="255096" h="93884" extrusionOk="0">
                  <a:moveTo>
                    <a:pt x="22532" y="26288"/>
                  </a:moveTo>
                  <a:lnTo>
                    <a:pt x="0" y="93884"/>
                  </a:lnTo>
                  <a:lnTo>
                    <a:pt x="255096" y="81277"/>
                  </a:lnTo>
                  <a:lnTo>
                    <a:pt x="190450" y="0"/>
                  </a:lnTo>
                  <a:close/>
                </a:path>
              </a:pathLst>
            </a:custGeom>
            <a:solidFill>
              <a:schemeClr val="accent2"/>
            </a:solidFill>
            <a:ln>
              <a:noFill/>
            </a:ln>
          </p:spPr>
        </p:sp>
        <p:sp>
          <p:nvSpPr>
            <p:cNvPr id="228" name="Google Shape;228;p16"/>
            <p:cNvSpPr/>
            <p:nvPr/>
          </p:nvSpPr>
          <p:spPr>
            <a:xfrm rot="9529261">
              <a:off x="-48852" y="-824740"/>
              <a:ext cx="7535465" cy="3614695"/>
            </a:xfrm>
            <a:custGeom>
              <a:avLst/>
              <a:gdLst/>
              <a:ahLst/>
              <a:cxnLst/>
              <a:rect l="l" t="t" r="r" b="b"/>
              <a:pathLst>
                <a:path w="267167" h="144581" extrusionOk="0">
                  <a:moveTo>
                    <a:pt x="105150" y="0"/>
                  </a:moveTo>
                  <a:lnTo>
                    <a:pt x="0" y="83959"/>
                  </a:lnTo>
                  <a:lnTo>
                    <a:pt x="179989" y="144581"/>
                  </a:lnTo>
                  <a:lnTo>
                    <a:pt x="267167" y="43991"/>
                  </a:lnTo>
                  <a:close/>
                </a:path>
              </a:pathLst>
            </a:custGeom>
            <a:solidFill>
              <a:schemeClr val="accent1"/>
            </a:solidFill>
            <a:ln>
              <a:noFill/>
            </a:ln>
          </p:spPr>
        </p:sp>
        <p:sp>
          <p:nvSpPr>
            <p:cNvPr id="229" name="Google Shape;229;p16"/>
            <p:cNvSpPr/>
            <p:nvPr/>
          </p:nvSpPr>
          <p:spPr>
            <a:xfrm rot="10800000">
              <a:off x="-2357184" y="2262200"/>
              <a:ext cx="7376600" cy="3057925"/>
            </a:xfrm>
            <a:custGeom>
              <a:avLst/>
              <a:gdLst/>
              <a:ahLst/>
              <a:cxnLst/>
              <a:rect l="l" t="t" r="r" b="b"/>
              <a:pathLst>
                <a:path w="295064" h="122317" extrusionOk="0">
                  <a:moveTo>
                    <a:pt x="135730" y="13144"/>
                  </a:moveTo>
                  <a:lnTo>
                    <a:pt x="0" y="92006"/>
                  </a:lnTo>
                  <a:lnTo>
                    <a:pt x="295064" y="122317"/>
                  </a:lnTo>
                  <a:lnTo>
                    <a:pt x="209496" y="0"/>
                  </a:lnTo>
                  <a:close/>
                </a:path>
              </a:pathLst>
            </a:custGeom>
            <a:solidFill>
              <a:schemeClr val="dk2"/>
            </a:solidFill>
            <a:ln>
              <a:noFill/>
            </a:ln>
          </p:spPr>
        </p:sp>
        <p:sp>
          <p:nvSpPr>
            <p:cNvPr id="230" name="Google Shape;230;p16"/>
            <p:cNvSpPr/>
            <p:nvPr/>
          </p:nvSpPr>
          <p:spPr>
            <a:xfrm rot="10800000">
              <a:off x="-3152722" y="1252475"/>
              <a:ext cx="6759625" cy="2803100"/>
            </a:xfrm>
            <a:custGeom>
              <a:avLst/>
              <a:gdLst/>
              <a:ahLst/>
              <a:cxnLst/>
              <a:rect l="l" t="t" r="r" b="b"/>
              <a:pathLst>
                <a:path w="270385" h="112124" extrusionOk="0">
                  <a:moveTo>
                    <a:pt x="41308" y="0"/>
                  </a:moveTo>
                  <a:lnTo>
                    <a:pt x="0" y="39431"/>
                  </a:lnTo>
                  <a:lnTo>
                    <a:pt x="88250" y="112124"/>
                  </a:lnTo>
                  <a:lnTo>
                    <a:pt x="270385" y="87715"/>
                  </a:lnTo>
                  <a:close/>
                </a:path>
              </a:pathLst>
            </a:custGeom>
            <a:solidFill>
              <a:schemeClr val="accent3"/>
            </a:solidFill>
            <a:ln>
              <a:noFill/>
            </a:ln>
          </p:spPr>
        </p:sp>
        <p:sp>
          <p:nvSpPr>
            <p:cNvPr id="231" name="Google Shape;231;p16"/>
            <p:cNvSpPr/>
            <p:nvPr/>
          </p:nvSpPr>
          <p:spPr>
            <a:xfrm>
              <a:off x="210625" y="3096725"/>
              <a:ext cx="5666300" cy="3023675"/>
            </a:xfrm>
            <a:custGeom>
              <a:avLst/>
              <a:gdLst/>
              <a:ahLst/>
              <a:cxnLst/>
              <a:rect l="l" t="t" r="r" b="b"/>
              <a:pathLst>
                <a:path w="226652" h="120947" extrusionOk="0">
                  <a:moveTo>
                    <a:pt x="226652" y="9525"/>
                  </a:moveTo>
                  <a:lnTo>
                    <a:pt x="170264" y="0"/>
                  </a:lnTo>
                  <a:lnTo>
                    <a:pt x="75011" y="13734"/>
                  </a:lnTo>
                  <a:lnTo>
                    <a:pt x="0" y="120947"/>
                  </a:lnTo>
                  <a:lnTo>
                    <a:pt x="173873" y="109036"/>
                  </a:lnTo>
                  <a:close/>
                </a:path>
              </a:pathLst>
            </a:custGeom>
            <a:solidFill>
              <a:schemeClr val="accent2"/>
            </a:solidFill>
            <a:ln>
              <a:noFill/>
            </a:ln>
          </p:spPr>
        </p:sp>
        <p:sp>
          <p:nvSpPr>
            <p:cNvPr id="232" name="Google Shape;232;p16"/>
            <p:cNvSpPr/>
            <p:nvPr/>
          </p:nvSpPr>
          <p:spPr>
            <a:xfrm rot="-3600106">
              <a:off x="6056803" y="702637"/>
              <a:ext cx="6039988" cy="3902781"/>
            </a:xfrm>
            <a:custGeom>
              <a:avLst/>
              <a:gdLst/>
              <a:ahLst/>
              <a:cxnLst/>
              <a:rect l="l" t="t" r="r" b="b"/>
              <a:pathLst>
                <a:path w="96774" h="129921" extrusionOk="0">
                  <a:moveTo>
                    <a:pt x="38862" y="0"/>
                  </a:moveTo>
                  <a:lnTo>
                    <a:pt x="0" y="42291"/>
                  </a:lnTo>
                  <a:lnTo>
                    <a:pt x="19431" y="129921"/>
                  </a:lnTo>
                  <a:lnTo>
                    <a:pt x="96774" y="25527"/>
                  </a:lnTo>
                  <a:close/>
                </a:path>
              </a:pathLst>
            </a:custGeom>
            <a:solidFill>
              <a:schemeClr val="accent1"/>
            </a:solidFill>
            <a:ln>
              <a:noFill/>
            </a:ln>
          </p:spPr>
        </p:sp>
        <p:sp>
          <p:nvSpPr>
            <p:cNvPr id="233" name="Google Shape;233;p16"/>
            <p:cNvSpPr/>
            <p:nvPr/>
          </p:nvSpPr>
          <p:spPr>
            <a:xfrm rot="10800000">
              <a:off x="-1848434" y="4195750"/>
              <a:ext cx="4410075" cy="1733550"/>
            </a:xfrm>
            <a:custGeom>
              <a:avLst/>
              <a:gdLst/>
              <a:ahLst/>
              <a:cxnLst/>
              <a:rect l="l" t="t" r="r" b="b"/>
              <a:pathLst>
                <a:path w="176403" h="69342" extrusionOk="0">
                  <a:moveTo>
                    <a:pt x="60579" y="0"/>
                  </a:moveTo>
                  <a:lnTo>
                    <a:pt x="0" y="69342"/>
                  </a:lnTo>
                  <a:lnTo>
                    <a:pt x="176403" y="64770"/>
                  </a:lnTo>
                  <a:lnTo>
                    <a:pt x="97155" y="6096"/>
                  </a:lnTo>
                  <a:close/>
                </a:path>
              </a:pathLst>
            </a:custGeom>
            <a:solidFill>
              <a:schemeClr val="accent1"/>
            </a:solidFill>
            <a:ln>
              <a:noFill/>
            </a:ln>
          </p:spPr>
        </p:sp>
        <p:sp>
          <p:nvSpPr>
            <p:cNvPr id="234" name="Google Shape;234;p16"/>
            <p:cNvSpPr/>
            <p:nvPr/>
          </p:nvSpPr>
          <p:spPr>
            <a:xfrm rot="10800000">
              <a:off x="4400608" y="-296972"/>
              <a:ext cx="5000565" cy="2559160"/>
            </a:xfrm>
            <a:custGeom>
              <a:avLst/>
              <a:gdLst/>
              <a:ahLst/>
              <a:cxnLst/>
              <a:rect l="l" t="t" r="r" b="b"/>
              <a:pathLst>
                <a:path w="88011" h="60579" extrusionOk="0">
                  <a:moveTo>
                    <a:pt x="0" y="55245"/>
                  </a:moveTo>
                  <a:lnTo>
                    <a:pt x="11049" y="4572"/>
                  </a:lnTo>
                  <a:lnTo>
                    <a:pt x="56007" y="0"/>
                  </a:lnTo>
                  <a:lnTo>
                    <a:pt x="88011" y="60579"/>
                  </a:lnTo>
                  <a:close/>
                </a:path>
              </a:pathLst>
            </a:custGeom>
            <a:solidFill>
              <a:schemeClr val="accent3"/>
            </a:solidFill>
            <a:ln>
              <a:noFill/>
            </a:ln>
          </p:spPr>
        </p:sp>
      </p:grpSp>
      <p:sp>
        <p:nvSpPr>
          <p:cNvPr id="235" name="Google Shape;235;p16"/>
          <p:cNvSpPr/>
          <p:nvPr/>
        </p:nvSpPr>
        <p:spPr>
          <a:xfrm flipH="1">
            <a:off x="299725" y="367400"/>
            <a:ext cx="8309039" cy="4408874"/>
          </a:xfrm>
          <a:custGeom>
            <a:avLst/>
            <a:gdLst/>
            <a:ahLst/>
            <a:cxnLst/>
            <a:rect l="l" t="t" r="r" b="b"/>
            <a:pathLst>
              <a:path w="320040" h="169817" extrusionOk="0">
                <a:moveTo>
                  <a:pt x="0" y="0"/>
                </a:moveTo>
                <a:lnTo>
                  <a:pt x="1633" y="167531"/>
                </a:lnTo>
                <a:lnTo>
                  <a:pt x="320040" y="169817"/>
                </a:lnTo>
                <a:lnTo>
                  <a:pt x="310243" y="4246"/>
                </a:lnTo>
                <a:close/>
              </a:path>
            </a:pathLst>
          </a:custGeom>
          <a:solidFill>
            <a:srgbClr val="F3F3F3"/>
          </a:solidFill>
          <a:ln w="38100" cap="flat" cmpd="sng">
            <a:solidFill>
              <a:srgbClr val="ECE6D6"/>
            </a:solidFill>
            <a:prstDash val="solid"/>
            <a:miter lim="8000"/>
            <a:headEnd type="none" w="med" len="med"/>
            <a:tailEnd type="none" w="med" len="med"/>
          </a:ln>
        </p:spPr>
      </p:sp>
      <p:sp>
        <p:nvSpPr>
          <p:cNvPr id="236" name="Google Shape;236;p16"/>
          <p:cNvSpPr txBox="1">
            <a:spLocks noGrp="1"/>
          </p:cNvSpPr>
          <p:nvPr>
            <p:ph type="title" hasCustomPrompt="1"/>
          </p:nvPr>
        </p:nvSpPr>
        <p:spPr>
          <a:xfrm>
            <a:off x="840500" y="1307675"/>
            <a:ext cx="2334300" cy="661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000"/>
              <a:buNone/>
              <a:defRPr sz="5000">
                <a:solidFill>
                  <a:schemeClr val="lt1"/>
                </a:solidFill>
              </a:defRPr>
            </a:lvl1pPr>
            <a:lvl2pPr lvl="1" algn="ctr" rtl="0">
              <a:spcBef>
                <a:spcPts val="0"/>
              </a:spcBef>
              <a:spcAft>
                <a:spcPts val="0"/>
              </a:spcAft>
              <a:buSzPts val="5000"/>
              <a:buNone/>
              <a:defRPr sz="5000"/>
            </a:lvl2pPr>
            <a:lvl3pPr lvl="2" algn="ctr" rtl="0">
              <a:spcBef>
                <a:spcPts val="0"/>
              </a:spcBef>
              <a:spcAft>
                <a:spcPts val="0"/>
              </a:spcAft>
              <a:buSzPts val="5000"/>
              <a:buNone/>
              <a:defRPr sz="5000"/>
            </a:lvl3pPr>
            <a:lvl4pPr lvl="3" algn="ctr" rtl="0">
              <a:spcBef>
                <a:spcPts val="0"/>
              </a:spcBef>
              <a:spcAft>
                <a:spcPts val="0"/>
              </a:spcAft>
              <a:buSzPts val="5000"/>
              <a:buNone/>
              <a:defRPr sz="5000"/>
            </a:lvl4pPr>
            <a:lvl5pPr lvl="4" algn="ctr" rtl="0">
              <a:spcBef>
                <a:spcPts val="0"/>
              </a:spcBef>
              <a:spcAft>
                <a:spcPts val="0"/>
              </a:spcAft>
              <a:buSzPts val="5000"/>
              <a:buNone/>
              <a:defRPr sz="5000"/>
            </a:lvl5pPr>
            <a:lvl6pPr lvl="5" algn="ctr" rtl="0">
              <a:spcBef>
                <a:spcPts val="0"/>
              </a:spcBef>
              <a:spcAft>
                <a:spcPts val="0"/>
              </a:spcAft>
              <a:buSzPts val="5000"/>
              <a:buNone/>
              <a:defRPr sz="5000"/>
            </a:lvl6pPr>
            <a:lvl7pPr lvl="6" algn="ctr" rtl="0">
              <a:spcBef>
                <a:spcPts val="0"/>
              </a:spcBef>
              <a:spcAft>
                <a:spcPts val="0"/>
              </a:spcAft>
              <a:buSzPts val="5000"/>
              <a:buNone/>
              <a:defRPr sz="5000"/>
            </a:lvl7pPr>
            <a:lvl8pPr lvl="7" algn="ctr" rtl="0">
              <a:spcBef>
                <a:spcPts val="0"/>
              </a:spcBef>
              <a:spcAft>
                <a:spcPts val="0"/>
              </a:spcAft>
              <a:buSzPts val="5000"/>
              <a:buNone/>
              <a:defRPr sz="5000"/>
            </a:lvl8pPr>
            <a:lvl9pPr lvl="8" algn="ctr" rtl="0">
              <a:spcBef>
                <a:spcPts val="0"/>
              </a:spcBef>
              <a:spcAft>
                <a:spcPts val="0"/>
              </a:spcAft>
              <a:buSzPts val="5000"/>
              <a:buNone/>
              <a:defRPr sz="5000"/>
            </a:lvl9pPr>
          </a:lstStyle>
          <a:p>
            <a:r>
              <a:t>xx%</a:t>
            </a:r>
          </a:p>
        </p:txBody>
      </p:sp>
      <p:sp>
        <p:nvSpPr>
          <p:cNvPr id="237" name="Google Shape;237;p16"/>
          <p:cNvSpPr txBox="1">
            <a:spLocks noGrp="1"/>
          </p:cNvSpPr>
          <p:nvPr>
            <p:ph type="subTitle" idx="1"/>
          </p:nvPr>
        </p:nvSpPr>
        <p:spPr>
          <a:xfrm>
            <a:off x="3291898" y="3553450"/>
            <a:ext cx="2560200" cy="522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38" name="Google Shape;238;p16"/>
          <p:cNvSpPr txBox="1">
            <a:spLocks noGrp="1"/>
          </p:cNvSpPr>
          <p:nvPr>
            <p:ph type="title" idx="2" hasCustomPrompt="1"/>
          </p:nvPr>
        </p:nvSpPr>
        <p:spPr>
          <a:xfrm>
            <a:off x="3412011" y="1307675"/>
            <a:ext cx="2334300" cy="661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000"/>
              <a:buNone/>
              <a:defRPr sz="5000">
                <a:solidFill>
                  <a:schemeClr val="lt1"/>
                </a:solidFill>
              </a:defRPr>
            </a:lvl1pPr>
            <a:lvl2pPr lvl="1" algn="ctr" rtl="0">
              <a:spcBef>
                <a:spcPts val="0"/>
              </a:spcBef>
              <a:spcAft>
                <a:spcPts val="0"/>
              </a:spcAft>
              <a:buSzPts val="5000"/>
              <a:buNone/>
              <a:defRPr sz="5000"/>
            </a:lvl2pPr>
            <a:lvl3pPr lvl="2" algn="ctr" rtl="0">
              <a:spcBef>
                <a:spcPts val="0"/>
              </a:spcBef>
              <a:spcAft>
                <a:spcPts val="0"/>
              </a:spcAft>
              <a:buSzPts val="5000"/>
              <a:buNone/>
              <a:defRPr sz="5000"/>
            </a:lvl3pPr>
            <a:lvl4pPr lvl="3" algn="ctr" rtl="0">
              <a:spcBef>
                <a:spcPts val="0"/>
              </a:spcBef>
              <a:spcAft>
                <a:spcPts val="0"/>
              </a:spcAft>
              <a:buSzPts val="5000"/>
              <a:buNone/>
              <a:defRPr sz="5000"/>
            </a:lvl4pPr>
            <a:lvl5pPr lvl="4" algn="ctr" rtl="0">
              <a:spcBef>
                <a:spcPts val="0"/>
              </a:spcBef>
              <a:spcAft>
                <a:spcPts val="0"/>
              </a:spcAft>
              <a:buSzPts val="5000"/>
              <a:buNone/>
              <a:defRPr sz="5000"/>
            </a:lvl5pPr>
            <a:lvl6pPr lvl="5" algn="ctr" rtl="0">
              <a:spcBef>
                <a:spcPts val="0"/>
              </a:spcBef>
              <a:spcAft>
                <a:spcPts val="0"/>
              </a:spcAft>
              <a:buSzPts val="5000"/>
              <a:buNone/>
              <a:defRPr sz="5000"/>
            </a:lvl6pPr>
            <a:lvl7pPr lvl="6" algn="ctr" rtl="0">
              <a:spcBef>
                <a:spcPts val="0"/>
              </a:spcBef>
              <a:spcAft>
                <a:spcPts val="0"/>
              </a:spcAft>
              <a:buSzPts val="5000"/>
              <a:buNone/>
              <a:defRPr sz="5000"/>
            </a:lvl7pPr>
            <a:lvl8pPr lvl="7" algn="ctr" rtl="0">
              <a:spcBef>
                <a:spcPts val="0"/>
              </a:spcBef>
              <a:spcAft>
                <a:spcPts val="0"/>
              </a:spcAft>
              <a:buSzPts val="5000"/>
              <a:buNone/>
              <a:defRPr sz="5000"/>
            </a:lvl8pPr>
            <a:lvl9pPr lvl="8" algn="ctr" rtl="0">
              <a:spcBef>
                <a:spcPts val="0"/>
              </a:spcBef>
              <a:spcAft>
                <a:spcPts val="0"/>
              </a:spcAft>
              <a:buSzPts val="5000"/>
              <a:buNone/>
              <a:defRPr sz="5000"/>
            </a:lvl9pPr>
          </a:lstStyle>
          <a:p>
            <a:r>
              <a:t>xx%</a:t>
            </a:r>
          </a:p>
        </p:txBody>
      </p:sp>
      <p:sp>
        <p:nvSpPr>
          <p:cNvPr id="239" name="Google Shape;239;p16"/>
          <p:cNvSpPr txBox="1">
            <a:spLocks noGrp="1"/>
          </p:cNvSpPr>
          <p:nvPr>
            <p:ph type="subTitle" idx="3"/>
          </p:nvPr>
        </p:nvSpPr>
        <p:spPr>
          <a:xfrm>
            <a:off x="713223" y="3553450"/>
            <a:ext cx="2560200" cy="522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40" name="Google Shape;240;p16"/>
          <p:cNvSpPr txBox="1">
            <a:spLocks noGrp="1"/>
          </p:cNvSpPr>
          <p:nvPr>
            <p:ph type="title" idx="4" hasCustomPrompt="1"/>
          </p:nvPr>
        </p:nvSpPr>
        <p:spPr>
          <a:xfrm>
            <a:off x="5983521" y="1307675"/>
            <a:ext cx="2334300" cy="661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000"/>
              <a:buNone/>
              <a:defRPr sz="5000">
                <a:solidFill>
                  <a:schemeClr val="lt1"/>
                </a:solidFill>
              </a:defRPr>
            </a:lvl1pPr>
            <a:lvl2pPr lvl="1" algn="ctr" rtl="0">
              <a:spcBef>
                <a:spcPts val="0"/>
              </a:spcBef>
              <a:spcAft>
                <a:spcPts val="0"/>
              </a:spcAft>
              <a:buSzPts val="5000"/>
              <a:buNone/>
              <a:defRPr sz="5000"/>
            </a:lvl2pPr>
            <a:lvl3pPr lvl="2" algn="ctr" rtl="0">
              <a:spcBef>
                <a:spcPts val="0"/>
              </a:spcBef>
              <a:spcAft>
                <a:spcPts val="0"/>
              </a:spcAft>
              <a:buSzPts val="5000"/>
              <a:buNone/>
              <a:defRPr sz="5000"/>
            </a:lvl3pPr>
            <a:lvl4pPr lvl="3" algn="ctr" rtl="0">
              <a:spcBef>
                <a:spcPts val="0"/>
              </a:spcBef>
              <a:spcAft>
                <a:spcPts val="0"/>
              </a:spcAft>
              <a:buSzPts val="5000"/>
              <a:buNone/>
              <a:defRPr sz="5000"/>
            </a:lvl4pPr>
            <a:lvl5pPr lvl="4" algn="ctr" rtl="0">
              <a:spcBef>
                <a:spcPts val="0"/>
              </a:spcBef>
              <a:spcAft>
                <a:spcPts val="0"/>
              </a:spcAft>
              <a:buSzPts val="5000"/>
              <a:buNone/>
              <a:defRPr sz="5000"/>
            </a:lvl5pPr>
            <a:lvl6pPr lvl="5" algn="ctr" rtl="0">
              <a:spcBef>
                <a:spcPts val="0"/>
              </a:spcBef>
              <a:spcAft>
                <a:spcPts val="0"/>
              </a:spcAft>
              <a:buSzPts val="5000"/>
              <a:buNone/>
              <a:defRPr sz="5000"/>
            </a:lvl6pPr>
            <a:lvl7pPr lvl="6" algn="ctr" rtl="0">
              <a:spcBef>
                <a:spcPts val="0"/>
              </a:spcBef>
              <a:spcAft>
                <a:spcPts val="0"/>
              </a:spcAft>
              <a:buSzPts val="5000"/>
              <a:buNone/>
              <a:defRPr sz="5000"/>
            </a:lvl7pPr>
            <a:lvl8pPr lvl="7" algn="ctr" rtl="0">
              <a:spcBef>
                <a:spcPts val="0"/>
              </a:spcBef>
              <a:spcAft>
                <a:spcPts val="0"/>
              </a:spcAft>
              <a:buSzPts val="5000"/>
              <a:buNone/>
              <a:defRPr sz="5000"/>
            </a:lvl8pPr>
            <a:lvl9pPr lvl="8" algn="ctr" rtl="0">
              <a:spcBef>
                <a:spcPts val="0"/>
              </a:spcBef>
              <a:spcAft>
                <a:spcPts val="0"/>
              </a:spcAft>
              <a:buSzPts val="5000"/>
              <a:buNone/>
              <a:defRPr sz="5000"/>
            </a:lvl9pPr>
          </a:lstStyle>
          <a:p>
            <a:r>
              <a:t>xx%</a:t>
            </a:r>
          </a:p>
        </p:txBody>
      </p:sp>
      <p:sp>
        <p:nvSpPr>
          <p:cNvPr id="241" name="Google Shape;241;p16"/>
          <p:cNvSpPr txBox="1">
            <a:spLocks noGrp="1"/>
          </p:cNvSpPr>
          <p:nvPr>
            <p:ph type="subTitle" idx="5"/>
          </p:nvPr>
        </p:nvSpPr>
        <p:spPr>
          <a:xfrm>
            <a:off x="5870573" y="3553450"/>
            <a:ext cx="2560200" cy="522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42" name="Google Shape;242;p16"/>
          <p:cNvSpPr txBox="1">
            <a:spLocks noGrp="1"/>
          </p:cNvSpPr>
          <p:nvPr>
            <p:ph type="subTitle" idx="6"/>
          </p:nvPr>
        </p:nvSpPr>
        <p:spPr>
          <a:xfrm>
            <a:off x="713223" y="3083444"/>
            <a:ext cx="2560200" cy="303300"/>
          </a:xfrm>
          <a:prstGeom prst="rect">
            <a:avLst/>
          </a:prstGeom>
        </p:spPr>
        <p:txBody>
          <a:bodyPr spcFirstLastPara="1" wrap="square" lIns="91425" tIns="91425" rIns="91425" bIns="91425" anchor="ctr" anchorCtr="0">
            <a:noAutofit/>
          </a:bodyPr>
          <a:lstStyle>
            <a:lvl1pPr lvl="0" algn="ctr">
              <a:spcBef>
                <a:spcPts val="0"/>
              </a:spcBef>
              <a:spcAft>
                <a:spcPts val="0"/>
              </a:spcAft>
              <a:buSzPts val="1400"/>
              <a:buNone/>
              <a:defRPr sz="1900">
                <a:solidFill>
                  <a:schemeClr val="lt1"/>
                </a:solidFill>
                <a:latin typeface="Vollkorn Black"/>
                <a:ea typeface="Vollkorn Black"/>
                <a:cs typeface="Vollkorn Black"/>
                <a:sym typeface="Vollkorn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3" name="Google Shape;243;p16"/>
          <p:cNvSpPr txBox="1">
            <a:spLocks noGrp="1"/>
          </p:cNvSpPr>
          <p:nvPr>
            <p:ph type="subTitle" idx="7"/>
          </p:nvPr>
        </p:nvSpPr>
        <p:spPr>
          <a:xfrm>
            <a:off x="3291898" y="3083444"/>
            <a:ext cx="2560200" cy="303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sz="1900">
                <a:solidFill>
                  <a:schemeClr val="lt1"/>
                </a:solidFill>
                <a:latin typeface="Vollkorn Black"/>
                <a:ea typeface="Vollkorn Black"/>
                <a:cs typeface="Vollkorn Black"/>
                <a:sym typeface="Vollkorn Black"/>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44" name="Google Shape;244;p16"/>
          <p:cNvSpPr txBox="1">
            <a:spLocks noGrp="1"/>
          </p:cNvSpPr>
          <p:nvPr>
            <p:ph type="subTitle" idx="8"/>
          </p:nvPr>
        </p:nvSpPr>
        <p:spPr>
          <a:xfrm>
            <a:off x="5870573" y="3083444"/>
            <a:ext cx="2560200" cy="303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sz="1900">
                <a:solidFill>
                  <a:schemeClr val="lt1"/>
                </a:solidFill>
                <a:latin typeface="Vollkorn Black"/>
                <a:ea typeface="Vollkorn Black"/>
                <a:cs typeface="Vollkorn Black"/>
                <a:sym typeface="Vollkorn Black"/>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p:cSld name="CUSTOM_3">
    <p:spTree>
      <p:nvGrpSpPr>
        <p:cNvPr id="1" name="Shape 245"/>
        <p:cNvGrpSpPr/>
        <p:nvPr/>
      </p:nvGrpSpPr>
      <p:grpSpPr>
        <a:xfrm>
          <a:off x="0" y="0"/>
          <a:ext cx="0" cy="0"/>
          <a:chOff x="0" y="0"/>
          <a:chExt cx="0" cy="0"/>
        </a:xfrm>
      </p:grpSpPr>
      <p:grpSp>
        <p:nvGrpSpPr>
          <p:cNvPr id="246" name="Google Shape;246;p17"/>
          <p:cNvGrpSpPr/>
          <p:nvPr/>
        </p:nvGrpSpPr>
        <p:grpSpPr>
          <a:xfrm>
            <a:off x="-3614841" y="-2244893"/>
            <a:ext cx="15584691" cy="9714462"/>
            <a:chOff x="-3614841" y="-2244893"/>
            <a:chExt cx="15584691" cy="9714462"/>
          </a:xfrm>
        </p:grpSpPr>
        <p:sp>
          <p:nvSpPr>
            <p:cNvPr id="247" name="Google Shape;247;p17"/>
            <p:cNvSpPr/>
            <p:nvPr/>
          </p:nvSpPr>
          <p:spPr>
            <a:xfrm rot="10800000">
              <a:off x="-3282434" y="1040513"/>
              <a:ext cx="7376600" cy="3057925"/>
            </a:xfrm>
            <a:custGeom>
              <a:avLst/>
              <a:gdLst/>
              <a:ahLst/>
              <a:cxnLst/>
              <a:rect l="l" t="t" r="r" b="b"/>
              <a:pathLst>
                <a:path w="295064" h="122317" extrusionOk="0">
                  <a:moveTo>
                    <a:pt x="135730" y="13144"/>
                  </a:moveTo>
                  <a:lnTo>
                    <a:pt x="0" y="92006"/>
                  </a:lnTo>
                  <a:lnTo>
                    <a:pt x="295064" y="122317"/>
                  </a:lnTo>
                  <a:lnTo>
                    <a:pt x="209496" y="0"/>
                  </a:lnTo>
                  <a:close/>
                </a:path>
              </a:pathLst>
            </a:custGeom>
            <a:solidFill>
              <a:schemeClr val="dk2"/>
            </a:solidFill>
            <a:ln>
              <a:noFill/>
            </a:ln>
          </p:spPr>
        </p:sp>
        <p:sp>
          <p:nvSpPr>
            <p:cNvPr id="248" name="Google Shape;248;p17"/>
            <p:cNvSpPr/>
            <p:nvPr/>
          </p:nvSpPr>
          <p:spPr>
            <a:xfrm rot="10800000">
              <a:off x="5072700" y="-857198"/>
              <a:ext cx="6377400" cy="3162248"/>
            </a:xfrm>
            <a:custGeom>
              <a:avLst/>
              <a:gdLst/>
              <a:ahLst/>
              <a:cxnLst/>
              <a:rect l="l" t="t" r="r" b="b"/>
              <a:pathLst>
                <a:path w="255096" h="93884" extrusionOk="0">
                  <a:moveTo>
                    <a:pt x="22532" y="26288"/>
                  </a:moveTo>
                  <a:lnTo>
                    <a:pt x="0" y="93884"/>
                  </a:lnTo>
                  <a:lnTo>
                    <a:pt x="255096" y="81277"/>
                  </a:lnTo>
                  <a:lnTo>
                    <a:pt x="190450" y="0"/>
                  </a:lnTo>
                  <a:close/>
                </a:path>
              </a:pathLst>
            </a:custGeom>
            <a:solidFill>
              <a:schemeClr val="accent2"/>
            </a:solidFill>
            <a:ln>
              <a:noFill/>
            </a:ln>
          </p:spPr>
        </p:sp>
        <p:sp>
          <p:nvSpPr>
            <p:cNvPr id="249" name="Google Shape;249;p17"/>
            <p:cNvSpPr/>
            <p:nvPr/>
          </p:nvSpPr>
          <p:spPr>
            <a:xfrm rot="9529261">
              <a:off x="713148" y="-1005752"/>
              <a:ext cx="7535465" cy="3614695"/>
            </a:xfrm>
            <a:custGeom>
              <a:avLst/>
              <a:gdLst/>
              <a:ahLst/>
              <a:cxnLst/>
              <a:rect l="l" t="t" r="r" b="b"/>
              <a:pathLst>
                <a:path w="267167" h="144581" extrusionOk="0">
                  <a:moveTo>
                    <a:pt x="105150" y="0"/>
                  </a:moveTo>
                  <a:lnTo>
                    <a:pt x="0" y="83959"/>
                  </a:lnTo>
                  <a:lnTo>
                    <a:pt x="179989" y="144581"/>
                  </a:lnTo>
                  <a:lnTo>
                    <a:pt x="267167" y="43991"/>
                  </a:lnTo>
                  <a:close/>
                </a:path>
              </a:pathLst>
            </a:custGeom>
            <a:solidFill>
              <a:schemeClr val="accent1"/>
            </a:solidFill>
            <a:ln>
              <a:noFill/>
            </a:ln>
          </p:spPr>
        </p:sp>
        <p:sp>
          <p:nvSpPr>
            <p:cNvPr id="250" name="Google Shape;250;p17"/>
            <p:cNvSpPr/>
            <p:nvPr/>
          </p:nvSpPr>
          <p:spPr>
            <a:xfrm rot="10800000">
              <a:off x="3414966" y="3788988"/>
              <a:ext cx="7376600" cy="3057925"/>
            </a:xfrm>
            <a:custGeom>
              <a:avLst/>
              <a:gdLst/>
              <a:ahLst/>
              <a:cxnLst/>
              <a:rect l="l" t="t" r="r" b="b"/>
              <a:pathLst>
                <a:path w="295064" h="122317" extrusionOk="0">
                  <a:moveTo>
                    <a:pt x="135730" y="13144"/>
                  </a:moveTo>
                  <a:lnTo>
                    <a:pt x="0" y="92006"/>
                  </a:lnTo>
                  <a:lnTo>
                    <a:pt x="295064" y="122317"/>
                  </a:lnTo>
                  <a:lnTo>
                    <a:pt x="209496" y="0"/>
                  </a:lnTo>
                  <a:close/>
                </a:path>
              </a:pathLst>
            </a:custGeom>
            <a:solidFill>
              <a:schemeClr val="dk2"/>
            </a:solidFill>
            <a:ln>
              <a:noFill/>
            </a:ln>
          </p:spPr>
        </p:sp>
        <p:sp>
          <p:nvSpPr>
            <p:cNvPr id="251" name="Google Shape;251;p17"/>
            <p:cNvSpPr/>
            <p:nvPr/>
          </p:nvSpPr>
          <p:spPr>
            <a:xfrm>
              <a:off x="5210225" y="1228600"/>
              <a:ext cx="6759625" cy="3159050"/>
            </a:xfrm>
            <a:custGeom>
              <a:avLst/>
              <a:gdLst/>
              <a:ahLst/>
              <a:cxnLst/>
              <a:rect l="l" t="t" r="r" b="b"/>
              <a:pathLst>
                <a:path w="270385" h="126362" extrusionOk="0">
                  <a:moveTo>
                    <a:pt x="229077" y="126362"/>
                  </a:moveTo>
                  <a:lnTo>
                    <a:pt x="270385" y="86931"/>
                  </a:lnTo>
                  <a:lnTo>
                    <a:pt x="236667" y="0"/>
                  </a:lnTo>
                  <a:lnTo>
                    <a:pt x="0" y="38647"/>
                  </a:lnTo>
                  <a:close/>
                </a:path>
              </a:pathLst>
            </a:custGeom>
            <a:solidFill>
              <a:schemeClr val="accent3"/>
            </a:solidFill>
            <a:ln>
              <a:noFill/>
            </a:ln>
          </p:spPr>
        </p:sp>
        <p:sp>
          <p:nvSpPr>
            <p:cNvPr id="252" name="Google Shape;252;p17"/>
            <p:cNvSpPr/>
            <p:nvPr/>
          </p:nvSpPr>
          <p:spPr>
            <a:xfrm>
              <a:off x="1010725" y="3448050"/>
              <a:ext cx="5666300" cy="3023675"/>
            </a:xfrm>
            <a:custGeom>
              <a:avLst/>
              <a:gdLst/>
              <a:ahLst/>
              <a:cxnLst/>
              <a:rect l="l" t="t" r="r" b="b"/>
              <a:pathLst>
                <a:path w="226652" h="120947" extrusionOk="0">
                  <a:moveTo>
                    <a:pt x="226652" y="9525"/>
                  </a:moveTo>
                  <a:lnTo>
                    <a:pt x="170264" y="0"/>
                  </a:lnTo>
                  <a:lnTo>
                    <a:pt x="75011" y="13734"/>
                  </a:lnTo>
                  <a:lnTo>
                    <a:pt x="0" y="120947"/>
                  </a:lnTo>
                  <a:lnTo>
                    <a:pt x="173873" y="109036"/>
                  </a:lnTo>
                  <a:close/>
                </a:path>
              </a:pathLst>
            </a:custGeom>
            <a:solidFill>
              <a:schemeClr val="accent2"/>
            </a:solidFill>
            <a:ln>
              <a:noFill/>
            </a:ln>
          </p:spPr>
        </p:sp>
        <p:sp>
          <p:nvSpPr>
            <p:cNvPr id="253" name="Google Shape;253;p17"/>
            <p:cNvSpPr/>
            <p:nvPr/>
          </p:nvSpPr>
          <p:spPr>
            <a:xfrm rot="-9131884">
              <a:off x="-3053187" y="2383397"/>
              <a:ext cx="6039861" cy="3902927"/>
            </a:xfrm>
            <a:custGeom>
              <a:avLst/>
              <a:gdLst/>
              <a:ahLst/>
              <a:cxnLst/>
              <a:rect l="l" t="t" r="r" b="b"/>
              <a:pathLst>
                <a:path w="96774" h="129921" extrusionOk="0">
                  <a:moveTo>
                    <a:pt x="38862" y="0"/>
                  </a:moveTo>
                  <a:lnTo>
                    <a:pt x="0" y="42291"/>
                  </a:lnTo>
                  <a:lnTo>
                    <a:pt x="19431" y="129921"/>
                  </a:lnTo>
                  <a:lnTo>
                    <a:pt x="96774" y="25527"/>
                  </a:lnTo>
                  <a:close/>
                </a:path>
              </a:pathLst>
            </a:custGeom>
            <a:solidFill>
              <a:schemeClr val="accent1"/>
            </a:solidFill>
            <a:ln>
              <a:noFill/>
            </a:ln>
          </p:spPr>
        </p:sp>
        <p:sp>
          <p:nvSpPr>
            <p:cNvPr id="254" name="Google Shape;254;p17"/>
            <p:cNvSpPr/>
            <p:nvPr/>
          </p:nvSpPr>
          <p:spPr>
            <a:xfrm>
              <a:off x="6514525" y="3038475"/>
              <a:ext cx="4688725" cy="1581150"/>
            </a:xfrm>
            <a:custGeom>
              <a:avLst/>
              <a:gdLst/>
              <a:ahLst/>
              <a:cxnLst/>
              <a:rect l="l" t="t" r="r" b="b"/>
              <a:pathLst>
                <a:path w="187549" h="63246" extrusionOk="0">
                  <a:moveTo>
                    <a:pt x="187549" y="60045"/>
                  </a:moveTo>
                  <a:lnTo>
                    <a:pt x="176403" y="0"/>
                  </a:lnTo>
                  <a:lnTo>
                    <a:pt x="0" y="4572"/>
                  </a:lnTo>
                  <a:lnTo>
                    <a:pt x="79248" y="63246"/>
                  </a:lnTo>
                  <a:close/>
                </a:path>
              </a:pathLst>
            </a:custGeom>
            <a:solidFill>
              <a:schemeClr val="accent1"/>
            </a:solidFill>
            <a:ln>
              <a:noFill/>
            </a:ln>
          </p:spPr>
        </p:sp>
        <p:sp>
          <p:nvSpPr>
            <p:cNvPr id="255" name="Google Shape;255;p17"/>
            <p:cNvSpPr/>
            <p:nvPr/>
          </p:nvSpPr>
          <p:spPr>
            <a:xfrm>
              <a:off x="-2305000" y="-254100"/>
              <a:ext cx="4984350" cy="2366000"/>
            </a:xfrm>
            <a:custGeom>
              <a:avLst/>
              <a:gdLst/>
              <a:ahLst/>
              <a:cxnLst/>
              <a:rect l="l" t="t" r="r" b="b"/>
              <a:pathLst>
                <a:path w="199374" h="94640" extrusionOk="0">
                  <a:moveTo>
                    <a:pt x="199374" y="1834"/>
                  </a:moveTo>
                  <a:lnTo>
                    <a:pt x="174912" y="94640"/>
                  </a:lnTo>
                  <a:lnTo>
                    <a:pt x="5850" y="74579"/>
                  </a:lnTo>
                  <a:lnTo>
                    <a:pt x="0" y="0"/>
                  </a:lnTo>
                  <a:close/>
                </a:path>
              </a:pathLst>
            </a:custGeom>
            <a:solidFill>
              <a:schemeClr val="accent3"/>
            </a:solidFill>
            <a:ln>
              <a:noFill/>
            </a:ln>
          </p:spPr>
        </p:sp>
      </p:grpSp>
      <p:sp>
        <p:nvSpPr>
          <p:cNvPr id="256" name="Google Shape;256;p17"/>
          <p:cNvSpPr/>
          <p:nvPr/>
        </p:nvSpPr>
        <p:spPr>
          <a:xfrm>
            <a:off x="455475" y="422900"/>
            <a:ext cx="8233029" cy="4297644"/>
          </a:xfrm>
          <a:custGeom>
            <a:avLst/>
            <a:gdLst/>
            <a:ahLst/>
            <a:cxnLst/>
            <a:rect l="l" t="t" r="r" b="b"/>
            <a:pathLst>
              <a:path w="320040" h="169817" extrusionOk="0">
                <a:moveTo>
                  <a:pt x="0" y="0"/>
                </a:moveTo>
                <a:lnTo>
                  <a:pt x="1633" y="167531"/>
                </a:lnTo>
                <a:lnTo>
                  <a:pt x="320040" y="169817"/>
                </a:lnTo>
                <a:lnTo>
                  <a:pt x="310243" y="4246"/>
                </a:lnTo>
                <a:close/>
              </a:path>
            </a:pathLst>
          </a:custGeom>
          <a:solidFill>
            <a:srgbClr val="F3F3F3"/>
          </a:solidFill>
          <a:ln w="38100" cap="flat" cmpd="sng">
            <a:solidFill>
              <a:srgbClr val="ECE6D6"/>
            </a:solidFill>
            <a:prstDash val="solid"/>
            <a:miter lim="8000"/>
            <a:headEnd type="none" w="med" len="med"/>
            <a:tailEnd type="none" w="med" len="med"/>
          </a:ln>
        </p:spPr>
      </p:sp>
      <p:sp>
        <p:nvSpPr>
          <p:cNvPr id="257" name="Google Shape;257;p17"/>
          <p:cNvSpPr txBox="1">
            <a:spLocks noGrp="1"/>
          </p:cNvSpPr>
          <p:nvPr>
            <p:ph type="title"/>
          </p:nvPr>
        </p:nvSpPr>
        <p:spPr>
          <a:xfrm>
            <a:off x="1518600" y="1455200"/>
            <a:ext cx="6106800" cy="1369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200"/>
              <a:buNone/>
              <a:defRPr sz="12000">
                <a:solidFill>
                  <a:schemeClr val="l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58" name="Google Shape;258;p17"/>
          <p:cNvSpPr txBox="1">
            <a:spLocks noGrp="1"/>
          </p:cNvSpPr>
          <p:nvPr>
            <p:ph type="subTitle" idx="1"/>
          </p:nvPr>
        </p:nvSpPr>
        <p:spPr>
          <a:xfrm>
            <a:off x="2062800" y="3155200"/>
            <a:ext cx="5018400" cy="6300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1">
  <p:cSld name="CUSTOM_13">
    <p:spTree>
      <p:nvGrpSpPr>
        <p:cNvPr id="1" name="Shape 259"/>
        <p:cNvGrpSpPr/>
        <p:nvPr/>
      </p:nvGrpSpPr>
      <p:grpSpPr>
        <a:xfrm>
          <a:off x="0" y="0"/>
          <a:ext cx="0" cy="0"/>
          <a:chOff x="0" y="0"/>
          <a:chExt cx="0" cy="0"/>
        </a:xfrm>
      </p:grpSpPr>
      <p:grpSp>
        <p:nvGrpSpPr>
          <p:cNvPr id="260" name="Google Shape;260;p18"/>
          <p:cNvGrpSpPr/>
          <p:nvPr/>
        </p:nvGrpSpPr>
        <p:grpSpPr>
          <a:xfrm rot="10800000" flipH="1">
            <a:off x="-3614841" y="-2244893"/>
            <a:ext cx="15584691" cy="9714462"/>
            <a:chOff x="-3614841" y="-2244893"/>
            <a:chExt cx="15584691" cy="9714462"/>
          </a:xfrm>
        </p:grpSpPr>
        <p:sp>
          <p:nvSpPr>
            <p:cNvPr id="261" name="Google Shape;261;p18"/>
            <p:cNvSpPr/>
            <p:nvPr/>
          </p:nvSpPr>
          <p:spPr>
            <a:xfrm rot="10800000">
              <a:off x="-3282434" y="1040513"/>
              <a:ext cx="7376600" cy="3057925"/>
            </a:xfrm>
            <a:custGeom>
              <a:avLst/>
              <a:gdLst/>
              <a:ahLst/>
              <a:cxnLst/>
              <a:rect l="l" t="t" r="r" b="b"/>
              <a:pathLst>
                <a:path w="295064" h="122317" extrusionOk="0">
                  <a:moveTo>
                    <a:pt x="135730" y="13144"/>
                  </a:moveTo>
                  <a:lnTo>
                    <a:pt x="0" y="92006"/>
                  </a:lnTo>
                  <a:lnTo>
                    <a:pt x="295064" y="122317"/>
                  </a:lnTo>
                  <a:lnTo>
                    <a:pt x="209496" y="0"/>
                  </a:lnTo>
                  <a:close/>
                </a:path>
              </a:pathLst>
            </a:custGeom>
            <a:solidFill>
              <a:schemeClr val="dk2"/>
            </a:solidFill>
            <a:ln>
              <a:noFill/>
            </a:ln>
          </p:spPr>
        </p:sp>
        <p:sp>
          <p:nvSpPr>
            <p:cNvPr id="262" name="Google Shape;262;p18"/>
            <p:cNvSpPr/>
            <p:nvPr/>
          </p:nvSpPr>
          <p:spPr>
            <a:xfrm rot="10800000">
              <a:off x="5072700" y="-857198"/>
              <a:ext cx="6377400" cy="3162248"/>
            </a:xfrm>
            <a:custGeom>
              <a:avLst/>
              <a:gdLst/>
              <a:ahLst/>
              <a:cxnLst/>
              <a:rect l="l" t="t" r="r" b="b"/>
              <a:pathLst>
                <a:path w="255096" h="93884" extrusionOk="0">
                  <a:moveTo>
                    <a:pt x="22532" y="26288"/>
                  </a:moveTo>
                  <a:lnTo>
                    <a:pt x="0" y="93884"/>
                  </a:lnTo>
                  <a:lnTo>
                    <a:pt x="255096" y="81277"/>
                  </a:lnTo>
                  <a:lnTo>
                    <a:pt x="190450" y="0"/>
                  </a:lnTo>
                  <a:close/>
                </a:path>
              </a:pathLst>
            </a:custGeom>
            <a:solidFill>
              <a:schemeClr val="accent2"/>
            </a:solidFill>
            <a:ln>
              <a:noFill/>
            </a:ln>
          </p:spPr>
        </p:sp>
        <p:sp>
          <p:nvSpPr>
            <p:cNvPr id="263" name="Google Shape;263;p18"/>
            <p:cNvSpPr/>
            <p:nvPr/>
          </p:nvSpPr>
          <p:spPr>
            <a:xfrm rot="9529261">
              <a:off x="713148" y="-1005752"/>
              <a:ext cx="7535465" cy="3614695"/>
            </a:xfrm>
            <a:custGeom>
              <a:avLst/>
              <a:gdLst/>
              <a:ahLst/>
              <a:cxnLst/>
              <a:rect l="l" t="t" r="r" b="b"/>
              <a:pathLst>
                <a:path w="267167" h="144581" extrusionOk="0">
                  <a:moveTo>
                    <a:pt x="105150" y="0"/>
                  </a:moveTo>
                  <a:lnTo>
                    <a:pt x="0" y="83959"/>
                  </a:lnTo>
                  <a:lnTo>
                    <a:pt x="179989" y="144581"/>
                  </a:lnTo>
                  <a:lnTo>
                    <a:pt x="267167" y="43991"/>
                  </a:lnTo>
                  <a:close/>
                </a:path>
              </a:pathLst>
            </a:custGeom>
            <a:solidFill>
              <a:schemeClr val="accent1"/>
            </a:solidFill>
            <a:ln>
              <a:noFill/>
            </a:ln>
          </p:spPr>
        </p:sp>
        <p:sp>
          <p:nvSpPr>
            <p:cNvPr id="264" name="Google Shape;264;p18"/>
            <p:cNvSpPr/>
            <p:nvPr/>
          </p:nvSpPr>
          <p:spPr>
            <a:xfrm rot="10800000">
              <a:off x="3414966" y="3788988"/>
              <a:ext cx="7376600" cy="3057925"/>
            </a:xfrm>
            <a:custGeom>
              <a:avLst/>
              <a:gdLst/>
              <a:ahLst/>
              <a:cxnLst/>
              <a:rect l="l" t="t" r="r" b="b"/>
              <a:pathLst>
                <a:path w="295064" h="122317" extrusionOk="0">
                  <a:moveTo>
                    <a:pt x="135730" y="13144"/>
                  </a:moveTo>
                  <a:lnTo>
                    <a:pt x="0" y="92006"/>
                  </a:lnTo>
                  <a:lnTo>
                    <a:pt x="295064" y="122317"/>
                  </a:lnTo>
                  <a:lnTo>
                    <a:pt x="209496" y="0"/>
                  </a:lnTo>
                  <a:close/>
                </a:path>
              </a:pathLst>
            </a:custGeom>
            <a:solidFill>
              <a:schemeClr val="dk2"/>
            </a:solidFill>
            <a:ln>
              <a:noFill/>
            </a:ln>
          </p:spPr>
        </p:sp>
        <p:sp>
          <p:nvSpPr>
            <p:cNvPr id="265" name="Google Shape;265;p18"/>
            <p:cNvSpPr/>
            <p:nvPr/>
          </p:nvSpPr>
          <p:spPr>
            <a:xfrm>
              <a:off x="5210225" y="1228600"/>
              <a:ext cx="6759625" cy="3159050"/>
            </a:xfrm>
            <a:custGeom>
              <a:avLst/>
              <a:gdLst/>
              <a:ahLst/>
              <a:cxnLst/>
              <a:rect l="l" t="t" r="r" b="b"/>
              <a:pathLst>
                <a:path w="270385" h="126362" extrusionOk="0">
                  <a:moveTo>
                    <a:pt x="229077" y="126362"/>
                  </a:moveTo>
                  <a:lnTo>
                    <a:pt x="270385" y="86931"/>
                  </a:lnTo>
                  <a:lnTo>
                    <a:pt x="236667" y="0"/>
                  </a:lnTo>
                  <a:lnTo>
                    <a:pt x="0" y="38647"/>
                  </a:lnTo>
                  <a:close/>
                </a:path>
              </a:pathLst>
            </a:custGeom>
            <a:solidFill>
              <a:schemeClr val="accent3"/>
            </a:solidFill>
            <a:ln>
              <a:noFill/>
            </a:ln>
          </p:spPr>
        </p:sp>
        <p:sp>
          <p:nvSpPr>
            <p:cNvPr id="266" name="Google Shape;266;p18"/>
            <p:cNvSpPr/>
            <p:nvPr/>
          </p:nvSpPr>
          <p:spPr>
            <a:xfrm>
              <a:off x="1010725" y="3448050"/>
              <a:ext cx="5666300" cy="3023675"/>
            </a:xfrm>
            <a:custGeom>
              <a:avLst/>
              <a:gdLst/>
              <a:ahLst/>
              <a:cxnLst/>
              <a:rect l="l" t="t" r="r" b="b"/>
              <a:pathLst>
                <a:path w="226652" h="120947" extrusionOk="0">
                  <a:moveTo>
                    <a:pt x="226652" y="9525"/>
                  </a:moveTo>
                  <a:lnTo>
                    <a:pt x="170264" y="0"/>
                  </a:lnTo>
                  <a:lnTo>
                    <a:pt x="75011" y="13734"/>
                  </a:lnTo>
                  <a:lnTo>
                    <a:pt x="0" y="120947"/>
                  </a:lnTo>
                  <a:lnTo>
                    <a:pt x="173873" y="109036"/>
                  </a:lnTo>
                  <a:close/>
                </a:path>
              </a:pathLst>
            </a:custGeom>
            <a:solidFill>
              <a:schemeClr val="accent2"/>
            </a:solidFill>
            <a:ln>
              <a:noFill/>
            </a:ln>
          </p:spPr>
        </p:sp>
        <p:sp>
          <p:nvSpPr>
            <p:cNvPr id="267" name="Google Shape;267;p18"/>
            <p:cNvSpPr/>
            <p:nvPr/>
          </p:nvSpPr>
          <p:spPr>
            <a:xfrm rot="-9131884">
              <a:off x="-3053187" y="2383397"/>
              <a:ext cx="6039861" cy="3902927"/>
            </a:xfrm>
            <a:custGeom>
              <a:avLst/>
              <a:gdLst/>
              <a:ahLst/>
              <a:cxnLst/>
              <a:rect l="l" t="t" r="r" b="b"/>
              <a:pathLst>
                <a:path w="96774" h="129921" extrusionOk="0">
                  <a:moveTo>
                    <a:pt x="38862" y="0"/>
                  </a:moveTo>
                  <a:lnTo>
                    <a:pt x="0" y="42291"/>
                  </a:lnTo>
                  <a:lnTo>
                    <a:pt x="19431" y="129921"/>
                  </a:lnTo>
                  <a:lnTo>
                    <a:pt x="96774" y="25527"/>
                  </a:lnTo>
                  <a:close/>
                </a:path>
              </a:pathLst>
            </a:custGeom>
            <a:solidFill>
              <a:schemeClr val="accent1"/>
            </a:solidFill>
            <a:ln>
              <a:noFill/>
            </a:ln>
          </p:spPr>
        </p:sp>
        <p:sp>
          <p:nvSpPr>
            <p:cNvPr id="268" name="Google Shape;268;p18"/>
            <p:cNvSpPr/>
            <p:nvPr/>
          </p:nvSpPr>
          <p:spPr>
            <a:xfrm>
              <a:off x="6514525" y="3038475"/>
              <a:ext cx="4688725" cy="1581150"/>
            </a:xfrm>
            <a:custGeom>
              <a:avLst/>
              <a:gdLst/>
              <a:ahLst/>
              <a:cxnLst/>
              <a:rect l="l" t="t" r="r" b="b"/>
              <a:pathLst>
                <a:path w="187549" h="63246" extrusionOk="0">
                  <a:moveTo>
                    <a:pt x="187549" y="60045"/>
                  </a:moveTo>
                  <a:lnTo>
                    <a:pt x="176403" y="0"/>
                  </a:lnTo>
                  <a:lnTo>
                    <a:pt x="0" y="4572"/>
                  </a:lnTo>
                  <a:lnTo>
                    <a:pt x="79248" y="63246"/>
                  </a:lnTo>
                  <a:close/>
                </a:path>
              </a:pathLst>
            </a:custGeom>
            <a:solidFill>
              <a:schemeClr val="accent1"/>
            </a:solidFill>
            <a:ln>
              <a:noFill/>
            </a:ln>
          </p:spPr>
        </p:sp>
        <p:sp>
          <p:nvSpPr>
            <p:cNvPr id="269" name="Google Shape;269;p18"/>
            <p:cNvSpPr/>
            <p:nvPr/>
          </p:nvSpPr>
          <p:spPr>
            <a:xfrm>
              <a:off x="-2305000" y="-254100"/>
              <a:ext cx="4984350" cy="2366000"/>
            </a:xfrm>
            <a:custGeom>
              <a:avLst/>
              <a:gdLst/>
              <a:ahLst/>
              <a:cxnLst/>
              <a:rect l="l" t="t" r="r" b="b"/>
              <a:pathLst>
                <a:path w="199374" h="94640" extrusionOk="0">
                  <a:moveTo>
                    <a:pt x="199374" y="1834"/>
                  </a:moveTo>
                  <a:lnTo>
                    <a:pt x="174912" y="94640"/>
                  </a:lnTo>
                  <a:lnTo>
                    <a:pt x="5850" y="74579"/>
                  </a:lnTo>
                  <a:lnTo>
                    <a:pt x="0" y="0"/>
                  </a:lnTo>
                  <a:close/>
                </a:path>
              </a:pathLst>
            </a:custGeom>
            <a:solidFill>
              <a:schemeClr val="accent3"/>
            </a:solidFill>
            <a:ln>
              <a:noFill/>
            </a:ln>
          </p:spPr>
        </p:sp>
      </p:grpSp>
      <p:sp>
        <p:nvSpPr>
          <p:cNvPr id="270" name="Google Shape;270;p18"/>
          <p:cNvSpPr/>
          <p:nvPr/>
        </p:nvSpPr>
        <p:spPr>
          <a:xfrm>
            <a:off x="414900" y="334819"/>
            <a:ext cx="8322175" cy="4473862"/>
          </a:xfrm>
          <a:custGeom>
            <a:avLst/>
            <a:gdLst/>
            <a:ahLst/>
            <a:cxnLst/>
            <a:rect l="l" t="t" r="r" b="b"/>
            <a:pathLst>
              <a:path w="332887" h="145764" extrusionOk="0">
                <a:moveTo>
                  <a:pt x="0" y="0"/>
                </a:moveTo>
                <a:lnTo>
                  <a:pt x="332887" y="958"/>
                </a:lnTo>
                <a:lnTo>
                  <a:pt x="329812" y="145764"/>
                </a:lnTo>
                <a:lnTo>
                  <a:pt x="878" y="140432"/>
                </a:lnTo>
                <a:close/>
              </a:path>
            </a:pathLst>
          </a:custGeom>
          <a:solidFill>
            <a:schemeClr val="dk1"/>
          </a:solidFill>
          <a:ln w="38100" cap="flat" cmpd="sng">
            <a:solidFill>
              <a:schemeClr val="lt1"/>
            </a:solidFill>
            <a:prstDash val="solid"/>
            <a:round/>
            <a:headEnd type="none" w="med" len="med"/>
            <a:tailEnd type="none" w="med" len="med"/>
          </a:ln>
        </p:spPr>
      </p:sp>
      <p:sp>
        <p:nvSpPr>
          <p:cNvPr id="271" name="Google Shape;271;p18"/>
          <p:cNvSpPr txBox="1">
            <a:spLocks noGrp="1"/>
          </p:cNvSpPr>
          <p:nvPr>
            <p:ph type="title"/>
          </p:nvPr>
        </p:nvSpPr>
        <p:spPr>
          <a:xfrm>
            <a:off x="4571950" y="1590150"/>
            <a:ext cx="3858600" cy="10089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3200"/>
              <a:buNone/>
              <a:defRPr>
                <a:solidFill>
                  <a:srgbClr val="ECE6D6"/>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72" name="Google Shape;272;p18"/>
          <p:cNvSpPr txBox="1">
            <a:spLocks noGrp="1"/>
          </p:cNvSpPr>
          <p:nvPr>
            <p:ph type="subTitle" idx="1"/>
          </p:nvPr>
        </p:nvSpPr>
        <p:spPr>
          <a:xfrm>
            <a:off x="4571950" y="2662600"/>
            <a:ext cx="3858600" cy="914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2">
  <p:cSld name="CUSTOM_14">
    <p:spTree>
      <p:nvGrpSpPr>
        <p:cNvPr id="1" name="Shape 273"/>
        <p:cNvGrpSpPr/>
        <p:nvPr/>
      </p:nvGrpSpPr>
      <p:grpSpPr>
        <a:xfrm>
          <a:off x="0" y="0"/>
          <a:ext cx="0" cy="0"/>
          <a:chOff x="0" y="0"/>
          <a:chExt cx="0" cy="0"/>
        </a:xfrm>
      </p:grpSpPr>
      <p:grpSp>
        <p:nvGrpSpPr>
          <p:cNvPr id="274" name="Google Shape;274;p19"/>
          <p:cNvGrpSpPr/>
          <p:nvPr/>
        </p:nvGrpSpPr>
        <p:grpSpPr>
          <a:xfrm rot="10800000">
            <a:off x="-3899850" y="-2063875"/>
            <a:ext cx="15429383" cy="7850187"/>
            <a:chOff x="-3152722" y="-937118"/>
            <a:chExt cx="15429383" cy="7850187"/>
          </a:xfrm>
        </p:grpSpPr>
        <p:sp>
          <p:nvSpPr>
            <p:cNvPr id="275" name="Google Shape;275;p19"/>
            <p:cNvSpPr/>
            <p:nvPr/>
          </p:nvSpPr>
          <p:spPr>
            <a:xfrm>
              <a:off x="2360611" y="1107020"/>
              <a:ext cx="8058150" cy="5806050"/>
            </a:xfrm>
            <a:custGeom>
              <a:avLst/>
              <a:gdLst/>
              <a:ahLst/>
              <a:cxnLst/>
              <a:rect l="l" t="t" r="r" b="b"/>
              <a:pathLst>
                <a:path w="322326" h="232242" extrusionOk="0">
                  <a:moveTo>
                    <a:pt x="186596" y="219098"/>
                  </a:moveTo>
                  <a:lnTo>
                    <a:pt x="322326" y="140236"/>
                  </a:lnTo>
                  <a:lnTo>
                    <a:pt x="0" y="0"/>
                  </a:lnTo>
                  <a:lnTo>
                    <a:pt x="112830" y="232242"/>
                  </a:lnTo>
                  <a:close/>
                </a:path>
              </a:pathLst>
            </a:custGeom>
            <a:solidFill>
              <a:schemeClr val="dk2"/>
            </a:solidFill>
            <a:ln>
              <a:noFill/>
            </a:ln>
          </p:spPr>
        </p:sp>
        <p:sp>
          <p:nvSpPr>
            <p:cNvPr id="276" name="Google Shape;276;p19"/>
            <p:cNvSpPr/>
            <p:nvPr/>
          </p:nvSpPr>
          <p:spPr>
            <a:xfrm>
              <a:off x="-3121014" y="-784030"/>
              <a:ext cx="5598575" cy="3484375"/>
            </a:xfrm>
            <a:custGeom>
              <a:avLst/>
              <a:gdLst/>
              <a:ahLst/>
              <a:cxnLst/>
              <a:rect l="l" t="t" r="r" b="b"/>
              <a:pathLst>
                <a:path w="223943" h="139375" extrusionOk="0">
                  <a:moveTo>
                    <a:pt x="201411" y="103957"/>
                  </a:moveTo>
                  <a:lnTo>
                    <a:pt x="223943" y="12885"/>
                  </a:lnTo>
                  <a:lnTo>
                    <a:pt x="0" y="0"/>
                  </a:lnTo>
                  <a:lnTo>
                    <a:pt x="33493" y="139375"/>
                  </a:lnTo>
                  <a:close/>
                </a:path>
              </a:pathLst>
            </a:custGeom>
            <a:solidFill>
              <a:schemeClr val="accent2"/>
            </a:solidFill>
            <a:ln>
              <a:noFill/>
            </a:ln>
          </p:spPr>
        </p:sp>
        <p:sp>
          <p:nvSpPr>
            <p:cNvPr id="277" name="Google Shape;277;p19"/>
            <p:cNvSpPr/>
            <p:nvPr/>
          </p:nvSpPr>
          <p:spPr>
            <a:xfrm>
              <a:off x="461261" y="-650630"/>
              <a:ext cx="6665475" cy="3654175"/>
            </a:xfrm>
            <a:custGeom>
              <a:avLst/>
              <a:gdLst/>
              <a:ahLst/>
              <a:cxnLst/>
              <a:rect l="l" t="t" r="r" b="b"/>
              <a:pathLst>
                <a:path w="266619" h="146167" extrusionOk="0">
                  <a:moveTo>
                    <a:pt x="186335" y="121151"/>
                  </a:moveTo>
                  <a:lnTo>
                    <a:pt x="266619" y="0"/>
                  </a:lnTo>
                  <a:lnTo>
                    <a:pt x="50121" y="8069"/>
                  </a:lnTo>
                  <a:lnTo>
                    <a:pt x="0" y="146167"/>
                  </a:lnTo>
                  <a:close/>
                </a:path>
              </a:pathLst>
            </a:custGeom>
            <a:solidFill>
              <a:schemeClr val="accent1"/>
            </a:solidFill>
            <a:ln>
              <a:noFill/>
            </a:ln>
          </p:spPr>
        </p:sp>
        <p:sp>
          <p:nvSpPr>
            <p:cNvPr id="278" name="Google Shape;278;p19"/>
            <p:cNvSpPr/>
            <p:nvPr/>
          </p:nvSpPr>
          <p:spPr>
            <a:xfrm rot="10800000">
              <a:off x="-2357184" y="2262200"/>
              <a:ext cx="7376600" cy="3057925"/>
            </a:xfrm>
            <a:custGeom>
              <a:avLst/>
              <a:gdLst/>
              <a:ahLst/>
              <a:cxnLst/>
              <a:rect l="l" t="t" r="r" b="b"/>
              <a:pathLst>
                <a:path w="295064" h="122317" extrusionOk="0">
                  <a:moveTo>
                    <a:pt x="135730" y="13144"/>
                  </a:moveTo>
                  <a:lnTo>
                    <a:pt x="0" y="92006"/>
                  </a:lnTo>
                  <a:lnTo>
                    <a:pt x="295064" y="122317"/>
                  </a:lnTo>
                  <a:lnTo>
                    <a:pt x="209496" y="0"/>
                  </a:lnTo>
                  <a:close/>
                </a:path>
              </a:pathLst>
            </a:custGeom>
            <a:solidFill>
              <a:schemeClr val="dk2"/>
            </a:solidFill>
            <a:ln>
              <a:noFill/>
            </a:ln>
          </p:spPr>
        </p:sp>
        <p:sp>
          <p:nvSpPr>
            <p:cNvPr id="279" name="Google Shape;279;p19"/>
            <p:cNvSpPr/>
            <p:nvPr/>
          </p:nvSpPr>
          <p:spPr>
            <a:xfrm rot="10800000">
              <a:off x="-3152722" y="1252475"/>
              <a:ext cx="6759625" cy="2803100"/>
            </a:xfrm>
            <a:custGeom>
              <a:avLst/>
              <a:gdLst/>
              <a:ahLst/>
              <a:cxnLst/>
              <a:rect l="l" t="t" r="r" b="b"/>
              <a:pathLst>
                <a:path w="270385" h="112124" extrusionOk="0">
                  <a:moveTo>
                    <a:pt x="41308" y="0"/>
                  </a:moveTo>
                  <a:lnTo>
                    <a:pt x="0" y="39431"/>
                  </a:lnTo>
                  <a:lnTo>
                    <a:pt x="88250" y="112124"/>
                  </a:lnTo>
                  <a:lnTo>
                    <a:pt x="270385" y="87715"/>
                  </a:lnTo>
                  <a:close/>
                </a:path>
              </a:pathLst>
            </a:custGeom>
            <a:solidFill>
              <a:schemeClr val="accent3"/>
            </a:solidFill>
            <a:ln>
              <a:noFill/>
            </a:ln>
          </p:spPr>
        </p:sp>
        <p:sp>
          <p:nvSpPr>
            <p:cNvPr id="280" name="Google Shape;280;p19"/>
            <p:cNvSpPr/>
            <p:nvPr/>
          </p:nvSpPr>
          <p:spPr>
            <a:xfrm>
              <a:off x="210636" y="2830495"/>
              <a:ext cx="5666300" cy="3289900"/>
            </a:xfrm>
            <a:custGeom>
              <a:avLst/>
              <a:gdLst/>
              <a:ahLst/>
              <a:cxnLst/>
              <a:rect l="l" t="t" r="r" b="b"/>
              <a:pathLst>
                <a:path w="226652" h="131596" extrusionOk="0">
                  <a:moveTo>
                    <a:pt x="226652" y="20174"/>
                  </a:moveTo>
                  <a:lnTo>
                    <a:pt x="170264" y="10649"/>
                  </a:lnTo>
                  <a:lnTo>
                    <a:pt x="18017" y="0"/>
                  </a:lnTo>
                  <a:lnTo>
                    <a:pt x="0" y="131596"/>
                  </a:lnTo>
                  <a:lnTo>
                    <a:pt x="173873" y="119685"/>
                  </a:lnTo>
                  <a:close/>
                </a:path>
              </a:pathLst>
            </a:custGeom>
            <a:solidFill>
              <a:schemeClr val="lt2"/>
            </a:solidFill>
            <a:ln>
              <a:noFill/>
            </a:ln>
          </p:spPr>
        </p:sp>
        <p:sp>
          <p:nvSpPr>
            <p:cNvPr id="281" name="Google Shape;281;p19"/>
            <p:cNvSpPr/>
            <p:nvPr/>
          </p:nvSpPr>
          <p:spPr>
            <a:xfrm rot="-3600106">
              <a:off x="6056803" y="702637"/>
              <a:ext cx="6039988" cy="3902781"/>
            </a:xfrm>
            <a:custGeom>
              <a:avLst/>
              <a:gdLst/>
              <a:ahLst/>
              <a:cxnLst/>
              <a:rect l="l" t="t" r="r" b="b"/>
              <a:pathLst>
                <a:path w="96774" h="129921" extrusionOk="0">
                  <a:moveTo>
                    <a:pt x="38862" y="0"/>
                  </a:moveTo>
                  <a:lnTo>
                    <a:pt x="0" y="42291"/>
                  </a:lnTo>
                  <a:lnTo>
                    <a:pt x="19431" y="129921"/>
                  </a:lnTo>
                  <a:lnTo>
                    <a:pt x="96774" y="25527"/>
                  </a:lnTo>
                  <a:close/>
                </a:path>
              </a:pathLst>
            </a:custGeom>
            <a:solidFill>
              <a:schemeClr val="accent2"/>
            </a:solidFill>
            <a:ln>
              <a:noFill/>
            </a:ln>
          </p:spPr>
        </p:sp>
        <p:sp>
          <p:nvSpPr>
            <p:cNvPr id="282" name="Google Shape;282;p19"/>
            <p:cNvSpPr/>
            <p:nvPr/>
          </p:nvSpPr>
          <p:spPr>
            <a:xfrm rot="10800000">
              <a:off x="-1848434" y="4195750"/>
              <a:ext cx="4410075" cy="1733550"/>
            </a:xfrm>
            <a:custGeom>
              <a:avLst/>
              <a:gdLst/>
              <a:ahLst/>
              <a:cxnLst/>
              <a:rect l="l" t="t" r="r" b="b"/>
              <a:pathLst>
                <a:path w="176403" h="69342" extrusionOk="0">
                  <a:moveTo>
                    <a:pt x="60579" y="0"/>
                  </a:moveTo>
                  <a:lnTo>
                    <a:pt x="0" y="69342"/>
                  </a:lnTo>
                  <a:lnTo>
                    <a:pt x="176403" y="64770"/>
                  </a:lnTo>
                  <a:lnTo>
                    <a:pt x="97155" y="6096"/>
                  </a:lnTo>
                  <a:close/>
                </a:path>
              </a:pathLst>
            </a:custGeom>
            <a:solidFill>
              <a:schemeClr val="accent1"/>
            </a:solidFill>
            <a:ln>
              <a:noFill/>
            </a:ln>
          </p:spPr>
        </p:sp>
        <p:sp>
          <p:nvSpPr>
            <p:cNvPr id="283" name="Google Shape;283;p19"/>
            <p:cNvSpPr/>
            <p:nvPr/>
          </p:nvSpPr>
          <p:spPr>
            <a:xfrm>
              <a:off x="4400611" y="-536680"/>
              <a:ext cx="5053375" cy="2798875"/>
            </a:xfrm>
            <a:custGeom>
              <a:avLst/>
              <a:gdLst/>
              <a:ahLst/>
              <a:cxnLst/>
              <a:rect l="l" t="t" r="r" b="b"/>
              <a:pathLst>
                <a:path w="202135" h="111955" extrusionOk="0">
                  <a:moveTo>
                    <a:pt x="202135" y="0"/>
                  </a:moveTo>
                  <a:lnTo>
                    <a:pt x="174911" y="104229"/>
                  </a:lnTo>
                  <a:lnTo>
                    <a:pt x="72735" y="111955"/>
                  </a:lnTo>
                  <a:lnTo>
                    <a:pt x="0" y="9588"/>
                  </a:lnTo>
                  <a:close/>
                </a:path>
              </a:pathLst>
            </a:custGeom>
            <a:solidFill>
              <a:schemeClr val="accent3"/>
            </a:solidFill>
            <a:ln>
              <a:noFill/>
            </a:ln>
          </p:spPr>
        </p:sp>
      </p:grpSp>
      <p:sp>
        <p:nvSpPr>
          <p:cNvPr id="284" name="Google Shape;284;p19"/>
          <p:cNvSpPr/>
          <p:nvPr/>
        </p:nvSpPr>
        <p:spPr>
          <a:xfrm flipH="1">
            <a:off x="299739" y="382809"/>
            <a:ext cx="8286636" cy="4377882"/>
          </a:xfrm>
          <a:custGeom>
            <a:avLst/>
            <a:gdLst/>
            <a:ahLst/>
            <a:cxnLst/>
            <a:rect l="l" t="t" r="r" b="b"/>
            <a:pathLst>
              <a:path w="320040" h="169817" extrusionOk="0">
                <a:moveTo>
                  <a:pt x="0" y="0"/>
                </a:moveTo>
                <a:lnTo>
                  <a:pt x="1633" y="167531"/>
                </a:lnTo>
                <a:lnTo>
                  <a:pt x="320040" y="169817"/>
                </a:lnTo>
                <a:lnTo>
                  <a:pt x="310243" y="4246"/>
                </a:lnTo>
                <a:close/>
              </a:path>
            </a:pathLst>
          </a:custGeom>
          <a:solidFill>
            <a:srgbClr val="F3F3F3"/>
          </a:solidFill>
          <a:ln w="38100" cap="flat" cmpd="sng">
            <a:solidFill>
              <a:srgbClr val="ECE6D6"/>
            </a:solidFill>
            <a:prstDash val="solid"/>
            <a:miter lim="8000"/>
            <a:headEnd type="none" w="med" len="med"/>
            <a:tailEnd type="none" w="med" len="med"/>
          </a:ln>
        </p:spPr>
      </p:sp>
      <p:sp>
        <p:nvSpPr>
          <p:cNvPr id="285" name="Google Shape;285;p19"/>
          <p:cNvSpPr txBox="1">
            <a:spLocks noGrp="1"/>
          </p:cNvSpPr>
          <p:nvPr>
            <p:ph type="title"/>
          </p:nvPr>
        </p:nvSpPr>
        <p:spPr>
          <a:xfrm>
            <a:off x="713225" y="1949878"/>
            <a:ext cx="3858600" cy="4572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3200"/>
              <a:buNone/>
              <a:defRPr>
                <a:solidFill>
                  <a:srgbClr val="ECE6D6"/>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86" name="Google Shape;286;p19"/>
          <p:cNvSpPr txBox="1">
            <a:spLocks noGrp="1"/>
          </p:cNvSpPr>
          <p:nvPr>
            <p:ph type="subTitle" idx="1"/>
          </p:nvPr>
        </p:nvSpPr>
        <p:spPr>
          <a:xfrm>
            <a:off x="713225" y="2470413"/>
            <a:ext cx="3858600" cy="914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ext 3">
  <p:cSld name="CUSTOM_15">
    <p:spTree>
      <p:nvGrpSpPr>
        <p:cNvPr id="1" name="Shape 287"/>
        <p:cNvGrpSpPr/>
        <p:nvPr/>
      </p:nvGrpSpPr>
      <p:grpSpPr>
        <a:xfrm>
          <a:off x="0" y="0"/>
          <a:ext cx="0" cy="0"/>
          <a:chOff x="0" y="0"/>
          <a:chExt cx="0" cy="0"/>
        </a:xfrm>
      </p:grpSpPr>
      <p:grpSp>
        <p:nvGrpSpPr>
          <p:cNvPr id="288" name="Google Shape;288;p20"/>
          <p:cNvGrpSpPr/>
          <p:nvPr/>
        </p:nvGrpSpPr>
        <p:grpSpPr>
          <a:xfrm>
            <a:off x="-1970201" y="-1309504"/>
            <a:ext cx="16220751" cy="7281679"/>
            <a:chOff x="-1970201" y="-1185679"/>
            <a:chExt cx="16220751" cy="7281679"/>
          </a:xfrm>
        </p:grpSpPr>
        <p:sp>
          <p:nvSpPr>
            <p:cNvPr id="289" name="Google Shape;289;p20"/>
            <p:cNvSpPr/>
            <p:nvPr/>
          </p:nvSpPr>
          <p:spPr>
            <a:xfrm>
              <a:off x="6873950" y="2828525"/>
              <a:ext cx="7376600" cy="3057925"/>
            </a:xfrm>
            <a:custGeom>
              <a:avLst/>
              <a:gdLst/>
              <a:ahLst/>
              <a:cxnLst/>
              <a:rect l="l" t="t" r="r" b="b"/>
              <a:pathLst>
                <a:path w="295064" h="122317" extrusionOk="0">
                  <a:moveTo>
                    <a:pt x="135730" y="13144"/>
                  </a:moveTo>
                  <a:lnTo>
                    <a:pt x="0" y="92006"/>
                  </a:lnTo>
                  <a:lnTo>
                    <a:pt x="295064" y="122317"/>
                  </a:lnTo>
                  <a:lnTo>
                    <a:pt x="209496" y="0"/>
                  </a:lnTo>
                  <a:close/>
                </a:path>
              </a:pathLst>
            </a:custGeom>
            <a:solidFill>
              <a:schemeClr val="dk2"/>
            </a:solidFill>
            <a:ln>
              <a:noFill/>
            </a:ln>
          </p:spPr>
        </p:sp>
        <p:sp>
          <p:nvSpPr>
            <p:cNvPr id="290" name="Google Shape;290;p20"/>
            <p:cNvSpPr/>
            <p:nvPr/>
          </p:nvSpPr>
          <p:spPr>
            <a:xfrm>
              <a:off x="-1970201" y="-1185679"/>
              <a:ext cx="7435945" cy="5321998"/>
            </a:xfrm>
            <a:custGeom>
              <a:avLst/>
              <a:gdLst/>
              <a:ahLst/>
              <a:cxnLst/>
              <a:rect l="l" t="t" r="r" b="b"/>
              <a:pathLst>
                <a:path w="157725" h="107564" extrusionOk="0">
                  <a:moveTo>
                    <a:pt x="3487" y="0"/>
                  </a:moveTo>
                  <a:lnTo>
                    <a:pt x="0" y="69474"/>
                  </a:lnTo>
                  <a:lnTo>
                    <a:pt x="157725" y="107564"/>
                  </a:lnTo>
                  <a:lnTo>
                    <a:pt x="155579" y="21459"/>
                  </a:lnTo>
                  <a:close/>
                </a:path>
              </a:pathLst>
            </a:custGeom>
            <a:solidFill>
              <a:schemeClr val="lt2"/>
            </a:solidFill>
            <a:ln>
              <a:noFill/>
            </a:ln>
          </p:spPr>
        </p:sp>
        <p:sp>
          <p:nvSpPr>
            <p:cNvPr id="291" name="Google Shape;291;p20"/>
            <p:cNvSpPr/>
            <p:nvPr/>
          </p:nvSpPr>
          <p:spPr>
            <a:xfrm>
              <a:off x="-752475" y="-1162050"/>
              <a:ext cx="7477125" cy="4086225"/>
            </a:xfrm>
            <a:custGeom>
              <a:avLst/>
              <a:gdLst/>
              <a:ahLst/>
              <a:cxnLst/>
              <a:rect l="l" t="t" r="r" b="b"/>
              <a:pathLst>
                <a:path w="299085" h="163449" extrusionOk="0">
                  <a:moveTo>
                    <a:pt x="73533" y="0"/>
                  </a:moveTo>
                  <a:lnTo>
                    <a:pt x="0" y="163449"/>
                  </a:lnTo>
                  <a:lnTo>
                    <a:pt x="299085" y="147447"/>
                  </a:lnTo>
                  <a:lnTo>
                    <a:pt x="213843" y="43263"/>
                  </a:lnTo>
                  <a:close/>
                </a:path>
              </a:pathLst>
            </a:custGeom>
            <a:solidFill>
              <a:schemeClr val="accent2"/>
            </a:solidFill>
            <a:ln>
              <a:noFill/>
            </a:ln>
          </p:spPr>
        </p:sp>
        <p:sp>
          <p:nvSpPr>
            <p:cNvPr id="292" name="Google Shape;292;p20"/>
            <p:cNvSpPr/>
            <p:nvPr/>
          </p:nvSpPr>
          <p:spPr>
            <a:xfrm>
              <a:off x="-561975" y="1394850"/>
              <a:ext cx="7435926" cy="3614525"/>
            </a:xfrm>
            <a:custGeom>
              <a:avLst/>
              <a:gdLst/>
              <a:ahLst/>
              <a:cxnLst/>
              <a:rect l="l" t="t" r="r" b="b"/>
              <a:pathLst>
                <a:path w="267167" h="144581" extrusionOk="0">
                  <a:moveTo>
                    <a:pt x="105150" y="0"/>
                  </a:moveTo>
                  <a:lnTo>
                    <a:pt x="0" y="83959"/>
                  </a:lnTo>
                  <a:lnTo>
                    <a:pt x="179989" y="144581"/>
                  </a:lnTo>
                  <a:lnTo>
                    <a:pt x="267167" y="43991"/>
                  </a:lnTo>
                  <a:close/>
                </a:path>
              </a:pathLst>
            </a:custGeom>
            <a:solidFill>
              <a:schemeClr val="accent1"/>
            </a:solidFill>
            <a:ln>
              <a:noFill/>
            </a:ln>
          </p:spPr>
        </p:sp>
        <p:sp>
          <p:nvSpPr>
            <p:cNvPr id="293" name="Google Shape;293;p20"/>
            <p:cNvSpPr/>
            <p:nvPr/>
          </p:nvSpPr>
          <p:spPr>
            <a:xfrm>
              <a:off x="2548275" y="-53650"/>
              <a:ext cx="7376600" cy="3057925"/>
            </a:xfrm>
            <a:custGeom>
              <a:avLst/>
              <a:gdLst/>
              <a:ahLst/>
              <a:cxnLst/>
              <a:rect l="l" t="t" r="r" b="b"/>
              <a:pathLst>
                <a:path w="295064" h="122317" extrusionOk="0">
                  <a:moveTo>
                    <a:pt x="137718" y="50914"/>
                  </a:moveTo>
                  <a:lnTo>
                    <a:pt x="0" y="92006"/>
                  </a:lnTo>
                  <a:lnTo>
                    <a:pt x="295064" y="122317"/>
                  </a:lnTo>
                  <a:lnTo>
                    <a:pt x="209496" y="0"/>
                  </a:lnTo>
                  <a:close/>
                </a:path>
              </a:pathLst>
            </a:custGeom>
            <a:solidFill>
              <a:schemeClr val="dk2"/>
            </a:solidFill>
            <a:ln>
              <a:noFill/>
            </a:ln>
          </p:spPr>
        </p:sp>
        <p:sp>
          <p:nvSpPr>
            <p:cNvPr id="294" name="Google Shape;294;p20"/>
            <p:cNvSpPr/>
            <p:nvPr/>
          </p:nvSpPr>
          <p:spPr>
            <a:xfrm>
              <a:off x="-1657350" y="2305050"/>
              <a:ext cx="4914900" cy="2238375"/>
            </a:xfrm>
            <a:custGeom>
              <a:avLst/>
              <a:gdLst/>
              <a:ahLst/>
              <a:cxnLst/>
              <a:rect l="l" t="t" r="r" b="b"/>
              <a:pathLst>
                <a:path w="196596" h="89535" extrusionOk="0">
                  <a:moveTo>
                    <a:pt x="0" y="16764"/>
                  </a:moveTo>
                  <a:lnTo>
                    <a:pt x="5715" y="47244"/>
                  </a:lnTo>
                  <a:lnTo>
                    <a:pt x="174879" y="89535"/>
                  </a:lnTo>
                  <a:lnTo>
                    <a:pt x="196596" y="0"/>
                  </a:lnTo>
                  <a:close/>
                </a:path>
              </a:pathLst>
            </a:custGeom>
            <a:solidFill>
              <a:schemeClr val="accent3"/>
            </a:solidFill>
            <a:ln>
              <a:noFill/>
            </a:ln>
          </p:spPr>
        </p:sp>
        <p:sp>
          <p:nvSpPr>
            <p:cNvPr id="295" name="Google Shape;295;p20"/>
            <p:cNvSpPr/>
            <p:nvPr/>
          </p:nvSpPr>
          <p:spPr>
            <a:xfrm>
              <a:off x="3929725" y="3353000"/>
              <a:ext cx="4928525" cy="2514400"/>
            </a:xfrm>
            <a:custGeom>
              <a:avLst/>
              <a:gdLst/>
              <a:ahLst/>
              <a:cxnLst/>
              <a:rect l="l" t="t" r="r" b="b"/>
              <a:pathLst>
                <a:path w="197141" h="100576" extrusionOk="0">
                  <a:moveTo>
                    <a:pt x="146995" y="0"/>
                  </a:moveTo>
                  <a:lnTo>
                    <a:pt x="0" y="19581"/>
                  </a:lnTo>
                  <a:lnTo>
                    <a:pt x="29238" y="74034"/>
                  </a:lnTo>
                  <a:lnTo>
                    <a:pt x="197141" y="100576"/>
                  </a:lnTo>
                  <a:close/>
                </a:path>
              </a:pathLst>
            </a:custGeom>
            <a:solidFill>
              <a:schemeClr val="lt2"/>
            </a:solidFill>
            <a:ln>
              <a:noFill/>
            </a:ln>
          </p:spPr>
        </p:sp>
        <p:sp>
          <p:nvSpPr>
            <p:cNvPr id="296" name="Google Shape;296;p20"/>
            <p:cNvSpPr/>
            <p:nvPr/>
          </p:nvSpPr>
          <p:spPr>
            <a:xfrm>
              <a:off x="-1019175" y="3352800"/>
              <a:ext cx="3762375" cy="2533650"/>
            </a:xfrm>
            <a:custGeom>
              <a:avLst/>
              <a:gdLst/>
              <a:ahLst/>
              <a:cxnLst/>
              <a:rect l="l" t="t" r="r" b="b"/>
              <a:pathLst>
                <a:path w="150495" h="101346" extrusionOk="0">
                  <a:moveTo>
                    <a:pt x="86106" y="0"/>
                  </a:moveTo>
                  <a:lnTo>
                    <a:pt x="0" y="18669"/>
                  </a:lnTo>
                  <a:lnTo>
                    <a:pt x="7239" y="86868"/>
                  </a:lnTo>
                  <a:lnTo>
                    <a:pt x="150495" y="101346"/>
                  </a:lnTo>
                  <a:close/>
                </a:path>
              </a:pathLst>
            </a:custGeom>
            <a:solidFill>
              <a:schemeClr val="dk2"/>
            </a:solidFill>
            <a:ln>
              <a:noFill/>
            </a:ln>
          </p:spPr>
        </p:sp>
        <p:sp>
          <p:nvSpPr>
            <p:cNvPr id="297" name="Google Shape;297;p20"/>
            <p:cNvSpPr/>
            <p:nvPr/>
          </p:nvSpPr>
          <p:spPr>
            <a:xfrm>
              <a:off x="4312025" y="1850850"/>
              <a:ext cx="6377586" cy="2962490"/>
            </a:xfrm>
            <a:custGeom>
              <a:avLst/>
              <a:gdLst/>
              <a:ahLst/>
              <a:cxnLst/>
              <a:rect l="l" t="t" r="r" b="b"/>
              <a:pathLst>
                <a:path w="187452" h="189357" extrusionOk="0">
                  <a:moveTo>
                    <a:pt x="187452" y="0"/>
                  </a:moveTo>
                  <a:lnTo>
                    <a:pt x="0" y="104013"/>
                  </a:lnTo>
                  <a:lnTo>
                    <a:pt x="160401" y="189357"/>
                  </a:lnTo>
                  <a:close/>
                </a:path>
              </a:pathLst>
            </a:custGeom>
            <a:solidFill>
              <a:schemeClr val="accent3"/>
            </a:solidFill>
            <a:ln>
              <a:noFill/>
            </a:ln>
          </p:spPr>
        </p:sp>
        <p:sp>
          <p:nvSpPr>
            <p:cNvPr id="298" name="Google Shape;298;p20"/>
            <p:cNvSpPr/>
            <p:nvPr/>
          </p:nvSpPr>
          <p:spPr>
            <a:xfrm>
              <a:off x="3267075" y="-495300"/>
              <a:ext cx="8467475" cy="2486025"/>
            </a:xfrm>
            <a:custGeom>
              <a:avLst/>
              <a:gdLst/>
              <a:ahLst/>
              <a:cxnLst/>
              <a:rect l="l" t="t" r="r" b="b"/>
              <a:pathLst>
                <a:path w="338699" h="99441" extrusionOk="0">
                  <a:moveTo>
                    <a:pt x="0" y="0"/>
                  </a:moveTo>
                  <a:lnTo>
                    <a:pt x="51435" y="73914"/>
                  </a:lnTo>
                  <a:lnTo>
                    <a:pt x="271470" y="99441"/>
                  </a:lnTo>
                  <a:lnTo>
                    <a:pt x="338699" y="66675"/>
                  </a:lnTo>
                  <a:lnTo>
                    <a:pt x="219558" y="1905"/>
                  </a:lnTo>
                  <a:close/>
                </a:path>
              </a:pathLst>
            </a:custGeom>
            <a:solidFill>
              <a:schemeClr val="accent1"/>
            </a:solidFill>
            <a:ln>
              <a:noFill/>
            </a:ln>
          </p:spPr>
        </p:sp>
        <p:sp>
          <p:nvSpPr>
            <p:cNvPr id="299" name="Google Shape;299;p20"/>
            <p:cNvSpPr/>
            <p:nvPr/>
          </p:nvSpPr>
          <p:spPr>
            <a:xfrm>
              <a:off x="-219075" y="3248025"/>
              <a:ext cx="6571900" cy="2695575"/>
            </a:xfrm>
            <a:custGeom>
              <a:avLst/>
              <a:gdLst/>
              <a:ahLst/>
              <a:cxnLst/>
              <a:rect l="l" t="t" r="r" b="b"/>
              <a:pathLst>
                <a:path w="262876" h="107823" extrusionOk="0">
                  <a:moveTo>
                    <a:pt x="69690" y="47933"/>
                  </a:moveTo>
                  <a:lnTo>
                    <a:pt x="43815" y="25146"/>
                  </a:lnTo>
                  <a:lnTo>
                    <a:pt x="0" y="107823"/>
                  </a:lnTo>
                  <a:lnTo>
                    <a:pt x="262876" y="91509"/>
                  </a:lnTo>
                  <a:lnTo>
                    <a:pt x="171367" y="0"/>
                  </a:lnTo>
                  <a:close/>
                </a:path>
              </a:pathLst>
            </a:custGeom>
            <a:solidFill>
              <a:schemeClr val="accent2"/>
            </a:solidFill>
            <a:ln>
              <a:noFill/>
            </a:ln>
          </p:spPr>
        </p:sp>
        <p:sp>
          <p:nvSpPr>
            <p:cNvPr id="300" name="Google Shape;300;p20"/>
            <p:cNvSpPr/>
            <p:nvPr/>
          </p:nvSpPr>
          <p:spPr>
            <a:xfrm>
              <a:off x="5724525" y="1857375"/>
              <a:ext cx="4572000" cy="2209800"/>
            </a:xfrm>
            <a:custGeom>
              <a:avLst/>
              <a:gdLst/>
              <a:ahLst/>
              <a:cxnLst/>
              <a:rect l="l" t="t" r="r" b="b"/>
              <a:pathLst>
                <a:path w="182880" h="88392" extrusionOk="0">
                  <a:moveTo>
                    <a:pt x="109728" y="0"/>
                  </a:moveTo>
                  <a:lnTo>
                    <a:pt x="0" y="47244"/>
                  </a:lnTo>
                  <a:lnTo>
                    <a:pt x="107442" y="88392"/>
                  </a:lnTo>
                  <a:lnTo>
                    <a:pt x="182880" y="57912"/>
                  </a:lnTo>
                  <a:close/>
                </a:path>
              </a:pathLst>
            </a:custGeom>
            <a:solidFill>
              <a:schemeClr val="accent2"/>
            </a:solidFill>
            <a:ln>
              <a:noFill/>
            </a:ln>
          </p:spPr>
        </p:sp>
        <p:sp>
          <p:nvSpPr>
            <p:cNvPr id="301" name="Google Shape;301;p20"/>
            <p:cNvSpPr/>
            <p:nvPr/>
          </p:nvSpPr>
          <p:spPr>
            <a:xfrm>
              <a:off x="-1371600" y="-847725"/>
              <a:ext cx="2847975" cy="2533650"/>
            </a:xfrm>
            <a:custGeom>
              <a:avLst/>
              <a:gdLst/>
              <a:ahLst/>
              <a:cxnLst/>
              <a:rect l="l" t="t" r="r" b="b"/>
              <a:pathLst>
                <a:path w="113919" h="101346" extrusionOk="0">
                  <a:moveTo>
                    <a:pt x="112395" y="0"/>
                  </a:moveTo>
                  <a:lnTo>
                    <a:pt x="0" y="29718"/>
                  </a:lnTo>
                  <a:lnTo>
                    <a:pt x="37338" y="101346"/>
                  </a:lnTo>
                  <a:lnTo>
                    <a:pt x="113919" y="91059"/>
                  </a:lnTo>
                  <a:close/>
                </a:path>
              </a:pathLst>
            </a:custGeom>
            <a:solidFill>
              <a:schemeClr val="accent1"/>
            </a:solidFill>
            <a:ln>
              <a:noFill/>
            </a:ln>
          </p:spPr>
        </p:sp>
        <p:sp>
          <p:nvSpPr>
            <p:cNvPr id="302" name="Google Shape;302;p20"/>
            <p:cNvSpPr/>
            <p:nvPr/>
          </p:nvSpPr>
          <p:spPr>
            <a:xfrm>
              <a:off x="5210175" y="-704850"/>
              <a:ext cx="5667375" cy="3019425"/>
            </a:xfrm>
            <a:custGeom>
              <a:avLst/>
              <a:gdLst/>
              <a:ahLst/>
              <a:cxnLst/>
              <a:rect l="l" t="t" r="r" b="b"/>
              <a:pathLst>
                <a:path w="226695" h="120777" extrusionOk="0">
                  <a:moveTo>
                    <a:pt x="0" y="0"/>
                  </a:moveTo>
                  <a:lnTo>
                    <a:pt x="84201" y="120777"/>
                  </a:lnTo>
                  <a:lnTo>
                    <a:pt x="226695" y="80010"/>
                  </a:lnTo>
                  <a:lnTo>
                    <a:pt x="156972" y="36576"/>
                  </a:lnTo>
                  <a:close/>
                </a:path>
              </a:pathLst>
            </a:custGeom>
            <a:solidFill>
              <a:schemeClr val="dk2"/>
            </a:solidFill>
            <a:ln>
              <a:noFill/>
            </a:ln>
          </p:spPr>
        </p:sp>
        <p:sp>
          <p:nvSpPr>
            <p:cNvPr id="303" name="Google Shape;303;p20"/>
            <p:cNvSpPr/>
            <p:nvPr/>
          </p:nvSpPr>
          <p:spPr>
            <a:xfrm>
              <a:off x="7591425" y="381000"/>
              <a:ext cx="2790825" cy="2600325"/>
            </a:xfrm>
            <a:custGeom>
              <a:avLst/>
              <a:gdLst/>
              <a:ahLst/>
              <a:cxnLst/>
              <a:rect l="l" t="t" r="r" b="b"/>
              <a:pathLst>
                <a:path w="111633" h="104013" extrusionOk="0">
                  <a:moveTo>
                    <a:pt x="64008" y="0"/>
                  </a:moveTo>
                  <a:lnTo>
                    <a:pt x="59817" y="2667"/>
                  </a:lnTo>
                  <a:lnTo>
                    <a:pt x="0" y="104013"/>
                  </a:lnTo>
                  <a:lnTo>
                    <a:pt x="111633" y="85344"/>
                  </a:lnTo>
                  <a:lnTo>
                    <a:pt x="93345" y="19431"/>
                  </a:lnTo>
                  <a:close/>
                </a:path>
              </a:pathLst>
            </a:custGeom>
            <a:solidFill>
              <a:schemeClr val="lt2"/>
            </a:solidFill>
            <a:ln>
              <a:noFill/>
            </a:ln>
          </p:spPr>
        </p:sp>
        <p:sp>
          <p:nvSpPr>
            <p:cNvPr id="304" name="Google Shape;304;p20"/>
            <p:cNvSpPr/>
            <p:nvPr/>
          </p:nvSpPr>
          <p:spPr>
            <a:xfrm>
              <a:off x="3409950" y="4362450"/>
              <a:ext cx="4410075" cy="1733550"/>
            </a:xfrm>
            <a:custGeom>
              <a:avLst/>
              <a:gdLst/>
              <a:ahLst/>
              <a:cxnLst/>
              <a:rect l="l" t="t" r="r" b="b"/>
              <a:pathLst>
                <a:path w="176403" h="69342" extrusionOk="0">
                  <a:moveTo>
                    <a:pt x="60579" y="0"/>
                  </a:moveTo>
                  <a:lnTo>
                    <a:pt x="0" y="69342"/>
                  </a:lnTo>
                  <a:lnTo>
                    <a:pt x="176403" y="64770"/>
                  </a:lnTo>
                  <a:lnTo>
                    <a:pt x="97155" y="6096"/>
                  </a:lnTo>
                  <a:close/>
                </a:path>
              </a:pathLst>
            </a:custGeom>
            <a:solidFill>
              <a:schemeClr val="accent1"/>
            </a:solidFill>
            <a:ln>
              <a:noFill/>
            </a:ln>
          </p:spPr>
        </p:sp>
      </p:grpSp>
      <p:sp>
        <p:nvSpPr>
          <p:cNvPr id="305" name="Google Shape;305;p20"/>
          <p:cNvSpPr/>
          <p:nvPr/>
        </p:nvSpPr>
        <p:spPr>
          <a:xfrm>
            <a:off x="414900" y="290908"/>
            <a:ext cx="8322175" cy="4561684"/>
          </a:xfrm>
          <a:custGeom>
            <a:avLst/>
            <a:gdLst/>
            <a:ahLst/>
            <a:cxnLst/>
            <a:rect l="l" t="t" r="r" b="b"/>
            <a:pathLst>
              <a:path w="332887" h="145764" extrusionOk="0">
                <a:moveTo>
                  <a:pt x="0" y="0"/>
                </a:moveTo>
                <a:lnTo>
                  <a:pt x="332887" y="958"/>
                </a:lnTo>
                <a:lnTo>
                  <a:pt x="329812" y="145764"/>
                </a:lnTo>
                <a:lnTo>
                  <a:pt x="878" y="140432"/>
                </a:lnTo>
                <a:close/>
              </a:path>
            </a:pathLst>
          </a:custGeom>
          <a:solidFill>
            <a:schemeClr val="dk1"/>
          </a:solidFill>
          <a:ln w="38100" cap="flat" cmpd="sng">
            <a:solidFill>
              <a:schemeClr val="lt1"/>
            </a:solidFill>
            <a:prstDash val="solid"/>
            <a:round/>
            <a:headEnd type="none" w="med" len="med"/>
            <a:tailEnd type="none" w="med" len="med"/>
          </a:ln>
        </p:spPr>
      </p:sp>
      <p:sp>
        <p:nvSpPr>
          <p:cNvPr id="306" name="Google Shape;306;p20"/>
          <p:cNvSpPr txBox="1">
            <a:spLocks noGrp="1"/>
          </p:cNvSpPr>
          <p:nvPr>
            <p:ph type="title"/>
          </p:nvPr>
        </p:nvSpPr>
        <p:spPr>
          <a:xfrm>
            <a:off x="3976350" y="2008697"/>
            <a:ext cx="3858900" cy="4572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3200"/>
              <a:buNone/>
              <a:defRPr>
                <a:solidFill>
                  <a:srgbClr val="ECE6D6"/>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07" name="Google Shape;307;p20"/>
          <p:cNvSpPr txBox="1">
            <a:spLocks noGrp="1"/>
          </p:cNvSpPr>
          <p:nvPr>
            <p:ph type="subTitle" idx="1"/>
          </p:nvPr>
        </p:nvSpPr>
        <p:spPr>
          <a:xfrm>
            <a:off x="3976350" y="2530825"/>
            <a:ext cx="3858900" cy="914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ext 4">
  <p:cSld name="CUSTOM_16">
    <p:spTree>
      <p:nvGrpSpPr>
        <p:cNvPr id="1" name="Shape 308"/>
        <p:cNvGrpSpPr/>
        <p:nvPr/>
      </p:nvGrpSpPr>
      <p:grpSpPr>
        <a:xfrm>
          <a:off x="0" y="0"/>
          <a:ext cx="0" cy="0"/>
          <a:chOff x="0" y="0"/>
          <a:chExt cx="0" cy="0"/>
        </a:xfrm>
      </p:grpSpPr>
      <p:grpSp>
        <p:nvGrpSpPr>
          <p:cNvPr id="309" name="Google Shape;309;p21"/>
          <p:cNvGrpSpPr/>
          <p:nvPr/>
        </p:nvGrpSpPr>
        <p:grpSpPr>
          <a:xfrm flipH="1">
            <a:off x="-4778825" y="-1333454"/>
            <a:ext cx="16220750" cy="7281679"/>
            <a:chOff x="-1970201" y="-1185679"/>
            <a:chExt cx="16220750" cy="7281679"/>
          </a:xfrm>
        </p:grpSpPr>
        <p:sp>
          <p:nvSpPr>
            <p:cNvPr id="310" name="Google Shape;310;p21"/>
            <p:cNvSpPr/>
            <p:nvPr/>
          </p:nvSpPr>
          <p:spPr>
            <a:xfrm>
              <a:off x="5424599" y="2828525"/>
              <a:ext cx="8825950" cy="3057925"/>
            </a:xfrm>
            <a:custGeom>
              <a:avLst/>
              <a:gdLst/>
              <a:ahLst/>
              <a:cxnLst/>
              <a:rect l="l" t="t" r="r" b="b"/>
              <a:pathLst>
                <a:path w="353038" h="122317" extrusionOk="0">
                  <a:moveTo>
                    <a:pt x="193704" y="13144"/>
                  </a:moveTo>
                  <a:lnTo>
                    <a:pt x="0" y="106004"/>
                  </a:lnTo>
                  <a:lnTo>
                    <a:pt x="353038" y="122317"/>
                  </a:lnTo>
                  <a:lnTo>
                    <a:pt x="267470" y="0"/>
                  </a:lnTo>
                  <a:close/>
                </a:path>
              </a:pathLst>
            </a:custGeom>
            <a:solidFill>
              <a:schemeClr val="dk2"/>
            </a:solidFill>
            <a:ln>
              <a:noFill/>
            </a:ln>
          </p:spPr>
        </p:sp>
        <p:sp>
          <p:nvSpPr>
            <p:cNvPr id="311" name="Google Shape;311;p21"/>
            <p:cNvSpPr/>
            <p:nvPr/>
          </p:nvSpPr>
          <p:spPr>
            <a:xfrm>
              <a:off x="-1970201" y="-1185679"/>
              <a:ext cx="7435945" cy="5321998"/>
            </a:xfrm>
            <a:custGeom>
              <a:avLst/>
              <a:gdLst/>
              <a:ahLst/>
              <a:cxnLst/>
              <a:rect l="l" t="t" r="r" b="b"/>
              <a:pathLst>
                <a:path w="157725" h="107564" extrusionOk="0">
                  <a:moveTo>
                    <a:pt x="3487" y="0"/>
                  </a:moveTo>
                  <a:lnTo>
                    <a:pt x="0" y="69474"/>
                  </a:lnTo>
                  <a:lnTo>
                    <a:pt x="157725" y="107564"/>
                  </a:lnTo>
                  <a:lnTo>
                    <a:pt x="155579" y="21459"/>
                  </a:lnTo>
                  <a:close/>
                </a:path>
              </a:pathLst>
            </a:custGeom>
            <a:solidFill>
              <a:schemeClr val="lt2"/>
            </a:solidFill>
            <a:ln>
              <a:noFill/>
            </a:ln>
          </p:spPr>
        </p:sp>
        <p:sp>
          <p:nvSpPr>
            <p:cNvPr id="312" name="Google Shape;312;p21"/>
            <p:cNvSpPr/>
            <p:nvPr/>
          </p:nvSpPr>
          <p:spPr>
            <a:xfrm>
              <a:off x="-752475" y="-1162050"/>
              <a:ext cx="7477125" cy="4086225"/>
            </a:xfrm>
            <a:custGeom>
              <a:avLst/>
              <a:gdLst/>
              <a:ahLst/>
              <a:cxnLst/>
              <a:rect l="l" t="t" r="r" b="b"/>
              <a:pathLst>
                <a:path w="299085" h="163449" extrusionOk="0">
                  <a:moveTo>
                    <a:pt x="73533" y="0"/>
                  </a:moveTo>
                  <a:lnTo>
                    <a:pt x="0" y="163449"/>
                  </a:lnTo>
                  <a:lnTo>
                    <a:pt x="299085" y="147447"/>
                  </a:lnTo>
                  <a:lnTo>
                    <a:pt x="213843" y="43263"/>
                  </a:lnTo>
                  <a:close/>
                </a:path>
              </a:pathLst>
            </a:custGeom>
            <a:solidFill>
              <a:schemeClr val="accent2"/>
            </a:solidFill>
            <a:ln>
              <a:noFill/>
            </a:ln>
          </p:spPr>
        </p:sp>
        <p:sp>
          <p:nvSpPr>
            <p:cNvPr id="313" name="Google Shape;313;p21"/>
            <p:cNvSpPr/>
            <p:nvPr/>
          </p:nvSpPr>
          <p:spPr>
            <a:xfrm>
              <a:off x="-561975" y="1394850"/>
              <a:ext cx="7435926" cy="3614525"/>
            </a:xfrm>
            <a:custGeom>
              <a:avLst/>
              <a:gdLst/>
              <a:ahLst/>
              <a:cxnLst/>
              <a:rect l="l" t="t" r="r" b="b"/>
              <a:pathLst>
                <a:path w="267167" h="144581" extrusionOk="0">
                  <a:moveTo>
                    <a:pt x="105150" y="0"/>
                  </a:moveTo>
                  <a:lnTo>
                    <a:pt x="0" y="83959"/>
                  </a:lnTo>
                  <a:lnTo>
                    <a:pt x="179989" y="144581"/>
                  </a:lnTo>
                  <a:lnTo>
                    <a:pt x="267167" y="43991"/>
                  </a:lnTo>
                  <a:close/>
                </a:path>
              </a:pathLst>
            </a:custGeom>
            <a:solidFill>
              <a:schemeClr val="accent1"/>
            </a:solidFill>
            <a:ln>
              <a:noFill/>
            </a:ln>
          </p:spPr>
        </p:sp>
        <p:sp>
          <p:nvSpPr>
            <p:cNvPr id="314" name="Google Shape;314;p21"/>
            <p:cNvSpPr/>
            <p:nvPr/>
          </p:nvSpPr>
          <p:spPr>
            <a:xfrm>
              <a:off x="2548275" y="-53650"/>
              <a:ext cx="7376600" cy="3057925"/>
            </a:xfrm>
            <a:custGeom>
              <a:avLst/>
              <a:gdLst/>
              <a:ahLst/>
              <a:cxnLst/>
              <a:rect l="l" t="t" r="r" b="b"/>
              <a:pathLst>
                <a:path w="295064" h="122317" extrusionOk="0">
                  <a:moveTo>
                    <a:pt x="137718" y="50914"/>
                  </a:moveTo>
                  <a:lnTo>
                    <a:pt x="0" y="92006"/>
                  </a:lnTo>
                  <a:lnTo>
                    <a:pt x="295064" y="122317"/>
                  </a:lnTo>
                  <a:lnTo>
                    <a:pt x="209496" y="0"/>
                  </a:lnTo>
                  <a:close/>
                </a:path>
              </a:pathLst>
            </a:custGeom>
            <a:solidFill>
              <a:schemeClr val="dk2"/>
            </a:solidFill>
            <a:ln>
              <a:noFill/>
            </a:ln>
          </p:spPr>
        </p:sp>
        <p:sp>
          <p:nvSpPr>
            <p:cNvPr id="315" name="Google Shape;315;p21"/>
            <p:cNvSpPr/>
            <p:nvPr/>
          </p:nvSpPr>
          <p:spPr>
            <a:xfrm>
              <a:off x="-1657350" y="2305050"/>
              <a:ext cx="4914900" cy="2238375"/>
            </a:xfrm>
            <a:custGeom>
              <a:avLst/>
              <a:gdLst/>
              <a:ahLst/>
              <a:cxnLst/>
              <a:rect l="l" t="t" r="r" b="b"/>
              <a:pathLst>
                <a:path w="196596" h="89535" extrusionOk="0">
                  <a:moveTo>
                    <a:pt x="0" y="16764"/>
                  </a:moveTo>
                  <a:lnTo>
                    <a:pt x="5715" y="47244"/>
                  </a:lnTo>
                  <a:lnTo>
                    <a:pt x="174879" y="89535"/>
                  </a:lnTo>
                  <a:lnTo>
                    <a:pt x="196596" y="0"/>
                  </a:lnTo>
                  <a:close/>
                </a:path>
              </a:pathLst>
            </a:custGeom>
            <a:solidFill>
              <a:schemeClr val="accent3"/>
            </a:solidFill>
            <a:ln>
              <a:noFill/>
            </a:ln>
          </p:spPr>
        </p:sp>
        <p:sp>
          <p:nvSpPr>
            <p:cNvPr id="316" name="Google Shape;316;p21"/>
            <p:cNvSpPr/>
            <p:nvPr/>
          </p:nvSpPr>
          <p:spPr>
            <a:xfrm>
              <a:off x="3929725" y="3353000"/>
              <a:ext cx="4928525" cy="2514400"/>
            </a:xfrm>
            <a:custGeom>
              <a:avLst/>
              <a:gdLst/>
              <a:ahLst/>
              <a:cxnLst/>
              <a:rect l="l" t="t" r="r" b="b"/>
              <a:pathLst>
                <a:path w="197141" h="100576" extrusionOk="0">
                  <a:moveTo>
                    <a:pt x="146995" y="0"/>
                  </a:moveTo>
                  <a:lnTo>
                    <a:pt x="0" y="19581"/>
                  </a:lnTo>
                  <a:lnTo>
                    <a:pt x="29238" y="74034"/>
                  </a:lnTo>
                  <a:lnTo>
                    <a:pt x="197141" y="100576"/>
                  </a:lnTo>
                  <a:close/>
                </a:path>
              </a:pathLst>
            </a:custGeom>
            <a:solidFill>
              <a:schemeClr val="lt2"/>
            </a:solidFill>
            <a:ln>
              <a:noFill/>
            </a:ln>
          </p:spPr>
        </p:sp>
        <p:sp>
          <p:nvSpPr>
            <p:cNvPr id="317" name="Google Shape;317;p21"/>
            <p:cNvSpPr/>
            <p:nvPr/>
          </p:nvSpPr>
          <p:spPr>
            <a:xfrm>
              <a:off x="-1019175" y="3352800"/>
              <a:ext cx="3762375" cy="2533650"/>
            </a:xfrm>
            <a:custGeom>
              <a:avLst/>
              <a:gdLst/>
              <a:ahLst/>
              <a:cxnLst/>
              <a:rect l="l" t="t" r="r" b="b"/>
              <a:pathLst>
                <a:path w="150495" h="101346" extrusionOk="0">
                  <a:moveTo>
                    <a:pt x="86106" y="0"/>
                  </a:moveTo>
                  <a:lnTo>
                    <a:pt x="0" y="18669"/>
                  </a:lnTo>
                  <a:lnTo>
                    <a:pt x="7239" y="86868"/>
                  </a:lnTo>
                  <a:lnTo>
                    <a:pt x="150495" y="101346"/>
                  </a:lnTo>
                  <a:close/>
                </a:path>
              </a:pathLst>
            </a:custGeom>
            <a:solidFill>
              <a:schemeClr val="dk2"/>
            </a:solidFill>
            <a:ln>
              <a:noFill/>
            </a:ln>
          </p:spPr>
        </p:sp>
        <p:sp>
          <p:nvSpPr>
            <p:cNvPr id="318" name="Google Shape;318;p21"/>
            <p:cNvSpPr/>
            <p:nvPr/>
          </p:nvSpPr>
          <p:spPr>
            <a:xfrm>
              <a:off x="4312025" y="1850850"/>
              <a:ext cx="6377586" cy="2962490"/>
            </a:xfrm>
            <a:custGeom>
              <a:avLst/>
              <a:gdLst/>
              <a:ahLst/>
              <a:cxnLst/>
              <a:rect l="l" t="t" r="r" b="b"/>
              <a:pathLst>
                <a:path w="187452" h="189357" extrusionOk="0">
                  <a:moveTo>
                    <a:pt x="187452" y="0"/>
                  </a:moveTo>
                  <a:lnTo>
                    <a:pt x="0" y="104013"/>
                  </a:lnTo>
                  <a:lnTo>
                    <a:pt x="160401" y="189357"/>
                  </a:lnTo>
                  <a:close/>
                </a:path>
              </a:pathLst>
            </a:custGeom>
            <a:solidFill>
              <a:schemeClr val="accent3"/>
            </a:solidFill>
            <a:ln>
              <a:noFill/>
            </a:ln>
          </p:spPr>
        </p:sp>
        <p:sp>
          <p:nvSpPr>
            <p:cNvPr id="319" name="Google Shape;319;p21"/>
            <p:cNvSpPr/>
            <p:nvPr/>
          </p:nvSpPr>
          <p:spPr>
            <a:xfrm>
              <a:off x="3267075" y="-495300"/>
              <a:ext cx="8467475" cy="2486025"/>
            </a:xfrm>
            <a:custGeom>
              <a:avLst/>
              <a:gdLst/>
              <a:ahLst/>
              <a:cxnLst/>
              <a:rect l="l" t="t" r="r" b="b"/>
              <a:pathLst>
                <a:path w="338699" h="99441" extrusionOk="0">
                  <a:moveTo>
                    <a:pt x="0" y="0"/>
                  </a:moveTo>
                  <a:lnTo>
                    <a:pt x="51435" y="73914"/>
                  </a:lnTo>
                  <a:lnTo>
                    <a:pt x="271470" y="99441"/>
                  </a:lnTo>
                  <a:lnTo>
                    <a:pt x="338699" y="66675"/>
                  </a:lnTo>
                  <a:lnTo>
                    <a:pt x="219558" y="1905"/>
                  </a:lnTo>
                  <a:close/>
                </a:path>
              </a:pathLst>
            </a:custGeom>
            <a:solidFill>
              <a:schemeClr val="accent1"/>
            </a:solidFill>
            <a:ln>
              <a:noFill/>
            </a:ln>
          </p:spPr>
        </p:sp>
        <p:sp>
          <p:nvSpPr>
            <p:cNvPr id="320" name="Google Shape;320;p21"/>
            <p:cNvSpPr/>
            <p:nvPr/>
          </p:nvSpPr>
          <p:spPr>
            <a:xfrm>
              <a:off x="-219075" y="3248025"/>
              <a:ext cx="6571900" cy="2695575"/>
            </a:xfrm>
            <a:custGeom>
              <a:avLst/>
              <a:gdLst/>
              <a:ahLst/>
              <a:cxnLst/>
              <a:rect l="l" t="t" r="r" b="b"/>
              <a:pathLst>
                <a:path w="262876" h="107823" extrusionOk="0">
                  <a:moveTo>
                    <a:pt x="69690" y="47933"/>
                  </a:moveTo>
                  <a:lnTo>
                    <a:pt x="43815" y="25146"/>
                  </a:lnTo>
                  <a:lnTo>
                    <a:pt x="0" y="107823"/>
                  </a:lnTo>
                  <a:lnTo>
                    <a:pt x="262876" y="91509"/>
                  </a:lnTo>
                  <a:lnTo>
                    <a:pt x="171367" y="0"/>
                  </a:lnTo>
                  <a:close/>
                </a:path>
              </a:pathLst>
            </a:custGeom>
            <a:solidFill>
              <a:schemeClr val="accent2"/>
            </a:solidFill>
            <a:ln>
              <a:noFill/>
            </a:ln>
          </p:spPr>
        </p:sp>
        <p:sp>
          <p:nvSpPr>
            <p:cNvPr id="321" name="Google Shape;321;p21"/>
            <p:cNvSpPr/>
            <p:nvPr/>
          </p:nvSpPr>
          <p:spPr>
            <a:xfrm>
              <a:off x="5724525" y="1857375"/>
              <a:ext cx="4572000" cy="2209800"/>
            </a:xfrm>
            <a:custGeom>
              <a:avLst/>
              <a:gdLst/>
              <a:ahLst/>
              <a:cxnLst/>
              <a:rect l="l" t="t" r="r" b="b"/>
              <a:pathLst>
                <a:path w="182880" h="88392" extrusionOk="0">
                  <a:moveTo>
                    <a:pt x="109728" y="0"/>
                  </a:moveTo>
                  <a:lnTo>
                    <a:pt x="0" y="47244"/>
                  </a:lnTo>
                  <a:lnTo>
                    <a:pt x="107442" y="88392"/>
                  </a:lnTo>
                  <a:lnTo>
                    <a:pt x="182880" y="57912"/>
                  </a:lnTo>
                  <a:close/>
                </a:path>
              </a:pathLst>
            </a:custGeom>
            <a:solidFill>
              <a:schemeClr val="accent2"/>
            </a:solidFill>
            <a:ln>
              <a:noFill/>
            </a:ln>
          </p:spPr>
        </p:sp>
        <p:sp>
          <p:nvSpPr>
            <p:cNvPr id="322" name="Google Shape;322;p21"/>
            <p:cNvSpPr/>
            <p:nvPr/>
          </p:nvSpPr>
          <p:spPr>
            <a:xfrm>
              <a:off x="-1371600" y="-847725"/>
              <a:ext cx="2847975" cy="2533650"/>
            </a:xfrm>
            <a:custGeom>
              <a:avLst/>
              <a:gdLst/>
              <a:ahLst/>
              <a:cxnLst/>
              <a:rect l="l" t="t" r="r" b="b"/>
              <a:pathLst>
                <a:path w="113919" h="101346" extrusionOk="0">
                  <a:moveTo>
                    <a:pt x="112395" y="0"/>
                  </a:moveTo>
                  <a:lnTo>
                    <a:pt x="0" y="29718"/>
                  </a:lnTo>
                  <a:lnTo>
                    <a:pt x="37338" y="101346"/>
                  </a:lnTo>
                  <a:lnTo>
                    <a:pt x="113919" y="91059"/>
                  </a:lnTo>
                  <a:close/>
                </a:path>
              </a:pathLst>
            </a:custGeom>
            <a:solidFill>
              <a:schemeClr val="accent1"/>
            </a:solidFill>
            <a:ln>
              <a:noFill/>
            </a:ln>
          </p:spPr>
        </p:sp>
        <p:sp>
          <p:nvSpPr>
            <p:cNvPr id="323" name="Google Shape;323;p21"/>
            <p:cNvSpPr/>
            <p:nvPr/>
          </p:nvSpPr>
          <p:spPr>
            <a:xfrm>
              <a:off x="5210175" y="-704850"/>
              <a:ext cx="5667375" cy="3019425"/>
            </a:xfrm>
            <a:custGeom>
              <a:avLst/>
              <a:gdLst/>
              <a:ahLst/>
              <a:cxnLst/>
              <a:rect l="l" t="t" r="r" b="b"/>
              <a:pathLst>
                <a:path w="226695" h="120777" extrusionOk="0">
                  <a:moveTo>
                    <a:pt x="0" y="0"/>
                  </a:moveTo>
                  <a:lnTo>
                    <a:pt x="84201" y="120777"/>
                  </a:lnTo>
                  <a:lnTo>
                    <a:pt x="226695" y="80010"/>
                  </a:lnTo>
                  <a:lnTo>
                    <a:pt x="156972" y="36576"/>
                  </a:lnTo>
                  <a:close/>
                </a:path>
              </a:pathLst>
            </a:custGeom>
            <a:solidFill>
              <a:schemeClr val="dk2"/>
            </a:solidFill>
            <a:ln>
              <a:noFill/>
            </a:ln>
          </p:spPr>
        </p:sp>
        <p:sp>
          <p:nvSpPr>
            <p:cNvPr id="324" name="Google Shape;324;p21"/>
            <p:cNvSpPr/>
            <p:nvPr/>
          </p:nvSpPr>
          <p:spPr>
            <a:xfrm>
              <a:off x="7591425" y="381000"/>
              <a:ext cx="2790825" cy="2600325"/>
            </a:xfrm>
            <a:custGeom>
              <a:avLst/>
              <a:gdLst/>
              <a:ahLst/>
              <a:cxnLst/>
              <a:rect l="l" t="t" r="r" b="b"/>
              <a:pathLst>
                <a:path w="111633" h="104013" extrusionOk="0">
                  <a:moveTo>
                    <a:pt x="64008" y="0"/>
                  </a:moveTo>
                  <a:lnTo>
                    <a:pt x="59817" y="2667"/>
                  </a:lnTo>
                  <a:lnTo>
                    <a:pt x="0" y="104013"/>
                  </a:lnTo>
                  <a:lnTo>
                    <a:pt x="111633" y="85344"/>
                  </a:lnTo>
                  <a:lnTo>
                    <a:pt x="93345" y="19431"/>
                  </a:lnTo>
                  <a:close/>
                </a:path>
              </a:pathLst>
            </a:custGeom>
            <a:solidFill>
              <a:schemeClr val="lt2"/>
            </a:solidFill>
            <a:ln>
              <a:noFill/>
            </a:ln>
          </p:spPr>
        </p:sp>
        <p:sp>
          <p:nvSpPr>
            <p:cNvPr id="325" name="Google Shape;325;p21"/>
            <p:cNvSpPr/>
            <p:nvPr/>
          </p:nvSpPr>
          <p:spPr>
            <a:xfrm>
              <a:off x="3409950" y="4362450"/>
              <a:ext cx="4410075" cy="1733550"/>
            </a:xfrm>
            <a:custGeom>
              <a:avLst/>
              <a:gdLst/>
              <a:ahLst/>
              <a:cxnLst/>
              <a:rect l="l" t="t" r="r" b="b"/>
              <a:pathLst>
                <a:path w="176403" h="69342" extrusionOk="0">
                  <a:moveTo>
                    <a:pt x="60579" y="0"/>
                  </a:moveTo>
                  <a:lnTo>
                    <a:pt x="0" y="69342"/>
                  </a:lnTo>
                  <a:lnTo>
                    <a:pt x="176403" y="64770"/>
                  </a:lnTo>
                  <a:lnTo>
                    <a:pt x="97155" y="6096"/>
                  </a:lnTo>
                  <a:close/>
                </a:path>
              </a:pathLst>
            </a:custGeom>
            <a:solidFill>
              <a:schemeClr val="accent1"/>
            </a:solidFill>
            <a:ln>
              <a:noFill/>
            </a:ln>
          </p:spPr>
        </p:sp>
      </p:grpSp>
      <p:sp>
        <p:nvSpPr>
          <p:cNvPr id="326" name="Google Shape;326;p21"/>
          <p:cNvSpPr/>
          <p:nvPr/>
        </p:nvSpPr>
        <p:spPr>
          <a:xfrm>
            <a:off x="414900" y="539500"/>
            <a:ext cx="8322175" cy="4389318"/>
          </a:xfrm>
          <a:custGeom>
            <a:avLst/>
            <a:gdLst/>
            <a:ahLst/>
            <a:cxnLst/>
            <a:rect l="l" t="t" r="r" b="b"/>
            <a:pathLst>
              <a:path w="332887" h="145764" extrusionOk="0">
                <a:moveTo>
                  <a:pt x="0" y="0"/>
                </a:moveTo>
                <a:lnTo>
                  <a:pt x="332887" y="958"/>
                </a:lnTo>
                <a:lnTo>
                  <a:pt x="329812" y="145764"/>
                </a:lnTo>
                <a:lnTo>
                  <a:pt x="878" y="140432"/>
                </a:lnTo>
                <a:close/>
              </a:path>
            </a:pathLst>
          </a:custGeom>
          <a:solidFill>
            <a:schemeClr val="dk1"/>
          </a:solidFill>
          <a:ln w="38100" cap="flat" cmpd="sng">
            <a:solidFill>
              <a:schemeClr val="lt1"/>
            </a:solidFill>
            <a:prstDash val="solid"/>
            <a:round/>
            <a:headEnd type="none" w="med" len="med"/>
            <a:tailEnd type="none" w="med" len="med"/>
          </a:ln>
        </p:spPr>
      </p:sp>
      <p:sp>
        <p:nvSpPr>
          <p:cNvPr id="327" name="Google Shape;327;p21"/>
          <p:cNvSpPr txBox="1">
            <a:spLocks noGrp="1"/>
          </p:cNvSpPr>
          <p:nvPr>
            <p:ph type="subTitle" idx="1"/>
          </p:nvPr>
        </p:nvSpPr>
        <p:spPr>
          <a:xfrm>
            <a:off x="4074450" y="3296950"/>
            <a:ext cx="4370100" cy="91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28" name="Google Shape;328;p21"/>
          <p:cNvSpPr txBox="1">
            <a:spLocks noGrp="1"/>
          </p:cNvSpPr>
          <p:nvPr>
            <p:ph type="title"/>
          </p:nvPr>
        </p:nvSpPr>
        <p:spPr>
          <a:xfrm>
            <a:off x="4074450" y="1582850"/>
            <a:ext cx="4370100" cy="15990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3200"/>
              <a:buNone/>
              <a:defRPr>
                <a:solidFill>
                  <a:srgbClr val="ECE6D6"/>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wo columns 1">
  <p:cSld name="CUSTOM_4">
    <p:spTree>
      <p:nvGrpSpPr>
        <p:cNvPr id="1" name="Shape 329"/>
        <p:cNvGrpSpPr/>
        <p:nvPr/>
      </p:nvGrpSpPr>
      <p:grpSpPr>
        <a:xfrm>
          <a:off x="0" y="0"/>
          <a:ext cx="0" cy="0"/>
          <a:chOff x="0" y="0"/>
          <a:chExt cx="0" cy="0"/>
        </a:xfrm>
      </p:grpSpPr>
      <p:grpSp>
        <p:nvGrpSpPr>
          <p:cNvPr id="330" name="Google Shape;330;p22"/>
          <p:cNvGrpSpPr/>
          <p:nvPr/>
        </p:nvGrpSpPr>
        <p:grpSpPr>
          <a:xfrm>
            <a:off x="-1970201" y="-1309504"/>
            <a:ext cx="16220751" cy="7281679"/>
            <a:chOff x="-1970201" y="-1185679"/>
            <a:chExt cx="16220751" cy="7281679"/>
          </a:xfrm>
        </p:grpSpPr>
        <p:sp>
          <p:nvSpPr>
            <p:cNvPr id="331" name="Google Shape;331;p22"/>
            <p:cNvSpPr/>
            <p:nvPr/>
          </p:nvSpPr>
          <p:spPr>
            <a:xfrm>
              <a:off x="6873950" y="2828525"/>
              <a:ext cx="7376600" cy="3057925"/>
            </a:xfrm>
            <a:custGeom>
              <a:avLst/>
              <a:gdLst/>
              <a:ahLst/>
              <a:cxnLst/>
              <a:rect l="l" t="t" r="r" b="b"/>
              <a:pathLst>
                <a:path w="295064" h="122317" extrusionOk="0">
                  <a:moveTo>
                    <a:pt x="135730" y="13144"/>
                  </a:moveTo>
                  <a:lnTo>
                    <a:pt x="0" y="92006"/>
                  </a:lnTo>
                  <a:lnTo>
                    <a:pt x="295064" y="122317"/>
                  </a:lnTo>
                  <a:lnTo>
                    <a:pt x="209496" y="0"/>
                  </a:lnTo>
                  <a:close/>
                </a:path>
              </a:pathLst>
            </a:custGeom>
            <a:solidFill>
              <a:schemeClr val="dk2"/>
            </a:solidFill>
            <a:ln>
              <a:noFill/>
            </a:ln>
          </p:spPr>
        </p:sp>
        <p:sp>
          <p:nvSpPr>
            <p:cNvPr id="332" name="Google Shape;332;p22"/>
            <p:cNvSpPr/>
            <p:nvPr/>
          </p:nvSpPr>
          <p:spPr>
            <a:xfrm>
              <a:off x="-1970201" y="-1185679"/>
              <a:ext cx="7435945" cy="5321998"/>
            </a:xfrm>
            <a:custGeom>
              <a:avLst/>
              <a:gdLst/>
              <a:ahLst/>
              <a:cxnLst/>
              <a:rect l="l" t="t" r="r" b="b"/>
              <a:pathLst>
                <a:path w="157725" h="107564" extrusionOk="0">
                  <a:moveTo>
                    <a:pt x="3487" y="0"/>
                  </a:moveTo>
                  <a:lnTo>
                    <a:pt x="0" y="69474"/>
                  </a:lnTo>
                  <a:lnTo>
                    <a:pt x="157725" y="107564"/>
                  </a:lnTo>
                  <a:lnTo>
                    <a:pt x="155579" y="21459"/>
                  </a:lnTo>
                  <a:close/>
                </a:path>
              </a:pathLst>
            </a:custGeom>
            <a:solidFill>
              <a:schemeClr val="lt2"/>
            </a:solidFill>
            <a:ln>
              <a:noFill/>
            </a:ln>
          </p:spPr>
        </p:sp>
        <p:sp>
          <p:nvSpPr>
            <p:cNvPr id="333" name="Google Shape;333;p22"/>
            <p:cNvSpPr/>
            <p:nvPr/>
          </p:nvSpPr>
          <p:spPr>
            <a:xfrm>
              <a:off x="-752475" y="-1162050"/>
              <a:ext cx="7477125" cy="4086225"/>
            </a:xfrm>
            <a:custGeom>
              <a:avLst/>
              <a:gdLst/>
              <a:ahLst/>
              <a:cxnLst/>
              <a:rect l="l" t="t" r="r" b="b"/>
              <a:pathLst>
                <a:path w="299085" h="163449" extrusionOk="0">
                  <a:moveTo>
                    <a:pt x="73533" y="0"/>
                  </a:moveTo>
                  <a:lnTo>
                    <a:pt x="0" y="163449"/>
                  </a:lnTo>
                  <a:lnTo>
                    <a:pt x="299085" y="147447"/>
                  </a:lnTo>
                  <a:lnTo>
                    <a:pt x="213843" y="43263"/>
                  </a:lnTo>
                  <a:close/>
                </a:path>
              </a:pathLst>
            </a:custGeom>
            <a:solidFill>
              <a:schemeClr val="accent2"/>
            </a:solidFill>
            <a:ln>
              <a:noFill/>
            </a:ln>
          </p:spPr>
        </p:sp>
        <p:sp>
          <p:nvSpPr>
            <p:cNvPr id="334" name="Google Shape;334;p22"/>
            <p:cNvSpPr/>
            <p:nvPr/>
          </p:nvSpPr>
          <p:spPr>
            <a:xfrm>
              <a:off x="-561975" y="1394850"/>
              <a:ext cx="7435926" cy="3614525"/>
            </a:xfrm>
            <a:custGeom>
              <a:avLst/>
              <a:gdLst/>
              <a:ahLst/>
              <a:cxnLst/>
              <a:rect l="l" t="t" r="r" b="b"/>
              <a:pathLst>
                <a:path w="267167" h="144581" extrusionOk="0">
                  <a:moveTo>
                    <a:pt x="105150" y="0"/>
                  </a:moveTo>
                  <a:lnTo>
                    <a:pt x="0" y="83959"/>
                  </a:lnTo>
                  <a:lnTo>
                    <a:pt x="179989" y="144581"/>
                  </a:lnTo>
                  <a:lnTo>
                    <a:pt x="267167" y="43991"/>
                  </a:lnTo>
                  <a:close/>
                </a:path>
              </a:pathLst>
            </a:custGeom>
            <a:solidFill>
              <a:schemeClr val="accent1"/>
            </a:solidFill>
            <a:ln>
              <a:noFill/>
            </a:ln>
          </p:spPr>
        </p:sp>
        <p:sp>
          <p:nvSpPr>
            <p:cNvPr id="335" name="Google Shape;335;p22"/>
            <p:cNvSpPr/>
            <p:nvPr/>
          </p:nvSpPr>
          <p:spPr>
            <a:xfrm>
              <a:off x="2548275" y="-53650"/>
              <a:ext cx="7376600" cy="3057925"/>
            </a:xfrm>
            <a:custGeom>
              <a:avLst/>
              <a:gdLst/>
              <a:ahLst/>
              <a:cxnLst/>
              <a:rect l="l" t="t" r="r" b="b"/>
              <a:pathLst>
                <a:path w="295064" h="122317" extrusionOk="0">
                  <a:moveTo>
                    <a:pt x="137718" y="50914"/>
                  </a:moveTo>
                  <a:lnTo>
                    <a:pt x="0" y="92006"/>
                  </a:lnTo>
                  <a:lnTo>
                    <a:pt x="295064" y="122317"/>
                  </a:lnTo>
                  <a:lnTo>
                    <a:pt x="209496" y="0"/>
                  </a:lnTo>
                  <a:close/>
                </a:path>
              </a:pathLst>
            </a:custGeom>
            <a:solidFill>
              <a:schemeClr val="dk2"/>
            </a:solidFill>
            <a:ln>
              <a:noFill/>
            </a:ln>
          </p:spPr>
        </p:sp>
        <p:sp>
          <p:nvSpPr>
            <p:cNvPr id="336" name="Google Shape;336;p22"/>
            <p:cNvSpPr/>
            <p:nvPr/>
          </p:nvSpPr>
          <p:spPr>
            <a:xfrm>
              <a:off x="-1657350" y="2305050"/>
              <a:ext cx="4914900" cy="2238375"/>
            </a:xfrm>
            <a:custGeom>
              <a:avLst/>
              <a:gdLst/>
              <a:ahLst/>
              <a:cxnLst/>
              <a:rect l="l" t="t" r="r" b="b"/>
              <a:pathLst>
                <a:path w="196596" h="89535" extrusionOk="0">
                  <a:moveTo>
                    <a:pt x="0" y="16764"/>
                  </a:moveTo>
                  <a:lnTo>
                    <a:pt x="5715" y="47244"/>
                  </a:lnTo>
                  <a:lnTo>
                    <a:pt x="174879" y="89535"/>
                  </a:lnTo>
                  <a:lnTo>
                    <a:pt x="196596" y="0"/>
                  </a:lnTo>
                  <a:close/>
                </a:path>
              </a:pathLst>
            </a:custGeom>
            <a:solidFill>
              <a:schemeClr val="accent3"/>
            </a:solidFill>
            <a:ln>
              <a:noFill/>
            </a:ln>
          </p:spPr>
        </p:sp>
        <p:sp>
          <p:nvSpPr>
            <p:cNvPr id="337" name="Google Shape;337;p22"/>
            <p:cNvSpPr/>
            <p:nvPr/>
          </p:nvSpPr>
          <p:spPr>
            <a:xfrm>
              <a:off x="3929725" y="3353000"/>
              <a:ext cx="4928525" cy="2514400"/>
            </a:xfrm>
            <a:custGeom>
              <a:avLst/>
              <a:gdLst/>
              <a:ahLst/>
              <a:cxnLst/>
              <a:rect l="l" t="t" r="r" b="b"/>
              <a:pathLst>
                <a:path w="197141" h="100576" extrusionOk="0">
                  <a:moveTo>
                    <a:pt x="146995" y="0"/>
                  </a:moveTo>
                  <a:lnTo>
                    <a:pt x="0" y="19581"/>
                  </a:lnTo>
                  <a:lnTo>
                    <a:pt x="29238" y="74034"/>
                  </a:lnTo>
                  <a:lnTo>
                    <a:pt x="197141" y="100576"/>
                  </a:lnTo>
                  <a:close/>
                </a:path>
              </a:pathLst>
            </a:custGeom>
            <a:solidFill>
              <a:schemeClr val="lt2"/>
            </a:solidFill>
            <a:ln>
              <a:noFill/>
            </a:ln>
          </p:spPr>
        </p:sp>
        <p:sp>
          <p:nvSpPr>
            <p:cNvPr id="338" name="Google Shape;338;p22"/>
            <p:cNvSpPr/>
            <p:nvPr/>
          </p:nvSpPr>
          <p:spPr>
            <a:xfrm>
              <a:off x="-1019175" y="3352800"/>
              <a:ext cx="3762375" cy="2533650"/>
            </a:xfrm>
            <a:custGeom>
              <a:avLst/>
              <a:gdLst/>
              <a:ahLst/>
              <a:cxnLst/>
              <a:rect l="l" t="t" r="r" b="b"/>
              <a:pathLst>
                <a:path w="150495" h="101346" extrusionOk="0">
                  <a:moveTo>
                    <a:pt x="86106" y="0"/>
                  </a:moveTo>
                  <a:lnTo>
                    <a:pt x="0" y="18669"/>
                  </a:lnTo>
                  <a:lnTo>
                    <a:pt x="7239" y="86868"/>
                  </a:lnTo>
                  <a:lnTo>
                    <a:pt x="150495" y="101346"/>
                  </a:lnTo>
                  <a:close/>
                </a:path>
              </a:pathLst>
            </a:custGeom>
            <a:solidFill>
              <a:schemeClr val="dk2"/>
            </a:solidFill>
            <a:ln>
              <a:noFill/>
            </a:ln>
          </p:spPr>
        </p:sp>
        <p:sp>
          <p:nvSpPr>
            <p:cNvPr id="339" name="Google Shape;339;p22"/>
            <p:cNvSpPr/>
            <p:nvPr/>
          </p:nvSpPr>
          <p:spPr>
            <a:xfrm>
              <a:off x="4312025" y="1850850"/>
              <a:ext cx="6377586" cy="2962490"/>
            </a:xfrm>
            <a:custGeom>
              <a:avLst/>
              <a:gdLst/>
              <a:ahLst/>
              <a:cxnLst/>
              <a:rect l="l" t="t" r="r" b="b"/>
              <a:pathLst>
                <a:path w="187452" h="189357" extrusionOk="0">
                  <a:moveTo>
                    <a:pt x="187452" y="0"/>
                  </a:moveTo>
                  <a:lnTo>
                    <a:pt x="0" y="104013"/>
                  </a:lnTo>
                  <a:lnTo>
                    <a:pt x="160401" y="189357"/>
                  </a:lnTo>
                  <a:close/>
                </a:path>
              </a:pathLst>
            </a:custGeom>
            <a:solidFill>
              <a:schemeClr val="accent3"/>
            </a:solidFill>
            <a:ln>
              <a:noFill/>
            </a:ln>
          </p:spPr>
        </p:sp>
        <p:sp>
          <p:nvSpPr>
            <p:cNvPr id="340" name="Google Shape;340;p22"/>
            <p:cNvSpPr/>
            <p:nvPr/>
          </p:nvSpPr>
          <p:spPr>
            <a:xfrm>
              <a:off x="3267075" y="-495300"/>
              <a:ext cx="8467475" cy="2486025"/>
            </a:xfrm>
            <a:custGeom>
              <a:avLst/>
              <a:gdLst/>
              <a:ahLst/>
              <a:cxnLst/>
              <a:rect l="l" t="t" r="r" b="b"/>
              <a:pathLst>
                <a:path w="338699" h="99441" extrusionOk="0">
                  <a:moveTo>
                    <a:pt x="0" y="0"/>
                  </a:moveTo>
                  <a:lnTo>
                    <a:pt x="51435" y="73914"/>
                  </a:lnTo>
                  <a:lnTo>
                    <a:pt x="271470" y="99441"/>
                  </a:lnTo>
                  <a:lnTo>
                    <a:pt x="338699" y="66675"/>
                  </a:lnTo>
                  <a:lnTo>
                    <a:pt x="219558" y="1905"/>
                  </a:lnTo>
                  <a:close/>
                </a:path>
              </a:pathLst>
            </a:custGeom>
            <a:solidFill>
              <a:schemeClr val="accent1"/>
            </a:solidFill>
            <a:ln>
              <a:noFill/>
            </a:ln>
          </p:spPr>
        </p:sp>
        <p:sp>
          <p:nvSpPr>
            <p:cNvPr id="341" name="Google Shape;341;p22"/>
            <p:cNvSpPr/>
            <p:nvPr/>
          </p:nvSpPr>
          <p:spPr>
            <a:xfrm>
              <a:off x="-219075" y="3248025"/>
              <a:ext cx="6571900" cy="2695575"/>
            </a:xfrm>
            <a:custGeom>
              <a:avLst/>
              <a:gdLst/>
              <a:ahLst/>
              <a:cxnLst/>
              <a:rect l="l" t="t" r="r" b="b"/>
              <a:pathLst>
                <a:path w="262876" h="107823" extrusionOk="0">
                  <a:moveTo>
                    <a:pt x="69690" y="47933"/>
                  </a:moveTo>
                  <a:lnTo>
                    <a:pt x="43815" y="25146"/>
                  </a:lnTo>
                  <a:lnTo>
                    <a:pt x="0" y="107823"/>
                  </a:lnTo>
                  <a:lnTo>
                    <a:pt x="262876" y="91509"/>
                  </a:lnTo>
                  <a:lnTo>
                    <a:pt x="171367" y="0"/>
                  </a:lnTo>
                  <a:close/>
                </a:path>
              </a:pathLst>
            </a:custGeom>
            <a:solidFill>
              <a:schemeClr val="accent2"/>
            </a:solidFill>
            <a:ln>
              <a:noFill/>
            </a:ln>
          </p:spPr>
        </p:sp>
        <p:sp>
          <p:nvSpPr>
            <p:cNvPr id="342" name="Google Shape;342;p22"/>
            <p:cNvSpPr/>
            <p:nvPr/>
          </p:nvSpPr>
          <p:spPr>
            <a:xfrm>
              <a:off x="5724525" y="1857375"/>
              <a:ext cx="4572000" cy="2209800"/>
            </a:xfrm>
            <a:custGeom>
              <a:avLst/>
              <a:gdLst/>
              <a:ahLst/>
              <a:cxnLst/>
              <a:rect l="l" t="t" r="r" b="b"/>
              <a:pathLst>
                <a:path w="182880" h="88392" extrusionOk="0">
                  <a:moveTo>
                    <a:pt x="109728" y="0"/>
                  </a:moveTo>
                  <a:lnTo>
                    <a:pt x="0" y="47244"/>
                  </a:lnTo>
                  <a:lnTo>
                    <a:pt x="107442" y="88392"/>
                  </a:lnTo>
                  <a:lnTo>
                    <a:pt x="182880" y="57912"/>
                  </a:lnTo>
                  <a:close/>
                </a:path>
              </a:pathLst>
            </a:custGeom>
            <a:solidFill>
              <a:schemeClr val="accent2"/>
            </a:solidFill>
            <a:ln>
              <a:noFill/>
            </a:ln>
          </p:spPr>
        </p:sp>
        <p:sp>
          <p:nvSpPr>
            <p:cNvPr id="343" name="Google Shape;343;p22"/>
            <p:cNvSpPr/>
            <p:nvPr/>
          </p:nvSpPr>
          <p:spPr>
            <a:xfrm>
              <a:off x="-1371600" y="-847725"/>
              <a:ext cx="2847975" cy="2533650"/>
            </a:xfrm>
            <a:custGeom>
              <a:avLst/>
              <a:gdLst/>
              <a:ahLst/>
              <a:cxnLst/>
              <a:rect l="l" t="t" r="r" b="b"/>
              <a:pathLst>
                <a:path w="113919" h="101346" extrusionOk="0">
                  <a:moveTo>
                    <a:pt x="112395" y="0"/>
                  </a:moveTo>
                  <a:lnTo>
                    <a:pt x="0" y="29718"/>
                  </a:lnTo>
                  <a:lnTo>
                    <a:pt x="37338" y="101346"/>
                  </a:lnTo>
                  <a:lnTo>
                    <a:pt x="113919" y="91059"/>
                  </a:lnTo>
                  <a:close/>
                </a:path>
              </a:pathLst>
            </a:custGeom>
            <a:solidFill>
              <a:schemeClr val="accent1"/>
            </a:solidFill>
            <a:ln>
              <a:noFill/>
            </a:ln>
          </p:spPr>
        </p:sp>
        <p:sp>
          <p:nvSpPr>
            <p:cNvPr id="344" name="Google Shape;344;p22"/>
            <p:cNvSpPr/>
            <p:nvPr/>
          </p:nvSpPr>
          <p:spPr>
            <a:xfrm>
              <a:off x="5210175" y="-704850"/>
              <a:ext cx="5667375" cy="3019425"/>
            </a:xfrm>
            <a:custGeom>
              <a:avLst/>
              <a:gdLst/>
              <a:ahLst/>
              <a:cxnLst/>
              <a:rect l="l" t="t" r="r" b="b"/>
              <a:pathLst>
                <a:path w="226695" h="120777" extrusionOk="0">
                  <a:moveTo>
                    <a:pt x="0" y="0"/>
                  </a:moveTo>
                  <a:lnTo>
                    <a:pt x="84201" y="120777"/>
                  </a:lnTo>
                  <a:lnTo>
                    <a:pt x="226695" y="80010"/>
                  </a:lnTo>
                  <a:lnTo>
                    <a:pt x="156972" y="36576"/>
                  </a:lnTo>
                  <a:close/>
                </a:path>
              </a:pathLst>
            </a:custGeom>
            <a:solidFill>
              <a:schemeClr val="dk2"/>
            </a:solidFill>
            <a:ln>
              <a:noFill/>
            </a:ln>
          </p:spPr>
        </p:sp>
        <p:sp>
          <p:nvSpPr>
            <p:cNvPr id="345" name="Google Shape;345;p22"/>
            <p:cNvSpPr/>
            <p:nvPr/>
          </p:nvSpPr>
          <p:spPr>
            <a:xfrm>
              <a:off x="7591425" y="381000"/>
              <a:ext cx="2790825" cy="2600325"/>
            </a:xfrm>
            <a:custGeom>
              <a:avLst/>
              <a:gdLst/>
              <a:ahLst/>
              <a:cxnLst/>
              <a:rect l="l" t="t" r="r" b="b"/>
              <a:pathLst>
                <a:path w="111633" h="104013" extrusionOk="0">
                  <a:moveTo>
                    <a:pt x="64008" y="0"/>
                  </a:moveTo>
                  <a:lnTo>
                    <a:pt x="59817" y="2667"/>
                  </a:lnTo>
                  <a:lnTo>
                    <a:pt x="0" y="104013"/>
                  </a:lnTo>
                  <a:lnTo>
                    <a:pt x="111633" y="85344"/>
                  </a:lnTo>
                  <a:lnTo>
                    <a:pt x="93345" y="19431"/>
                  </a:lnTo>
                  <a:close/>
                </a:path>
              </a:pathLst>
            </a:custGeom>
            <a:solidFill>
              <a:schemeClr val="lt2"/>
            </a:solidFill>
            <a:ln>
              <a:noFill/>
            </a:ln>
          </p:spPr>
        </p:sp>
        <p:sp>
          <p:nvSpPr>
            <p:cNvPr id="346" name="Google Shape;346;p22"/>
            <p:cNvSpPr/>
            <p:nvPr/>
          </p:nvSpPr>
          <p:spPr>
            <a:xfrm>
              <a:off x="3409950" y="4362450"/>
              <a:ext cx="4410075" cy="1733550"/>
            </a:xfrm>
            <a:custGeom>
              <a:avLst/>
              <a:gdLst/>
              <a:ahLst/>
              <a:cxnLst/>
              <a:rect l="l" t="t" r="r" b="b"/>
              <a:pathLst>
                <a:path w="176403" h="69342" extrusionOk="0">
                  <a:moveTo>
                    <a:pt x="60579" y="0"/>
                  </a:moveTo>
                  <a:lnTo>
                    <a:pt x="0" y="69342"/>
                  </a:lnTo>
                  <a:lnTo>
                    <a:pt x="176403" y="64770"/>
                  </a:lnTo>
                  <a:lnTo>
                    <a:pt x="97155" y="6096"/>
                  </a:lnTo>
                  <a:close/>
                </a:path>
              </a:pathLst>
            </a:custGeom>
            <a:solidFill>
              <a:schemeClr val="accent1"/>
            </a:solidFill>
            <a:ln>
              <a:noFill/>
            </a:ln>
          </p:spPr>
        </p:sp>
      </p:grpSp>
      <p:sp>
        <p:nvSpPr>
          <p:cNvPr id="347" name="Google Shape;347;p22"/>
          <p:cNvSpPr/>
          <p:nvPr/>
        </p:nvSpPr>
        <p:spPr>
          <a:xfrm>
            <a:off x="619125" y="1200150"/>
            <a:ext cx="7943850" cy="3571875"/>
          </a:xfrm>
          <a:custGeom>
            <a:avLst/>
            <a:gdLst/>
            <a:ahLst/>
            <a:cxnLst/>
            <a:rect l="l" t="t" r="r" b="b"/>
            <a:pathLst>
              <a:path w="317754" h="142875" extrusionOk="0">
                <a:moveTo>
                  <a:pt x="0" y="4191"/>
                </a:moveTo>
                <a:lnTo>
                  <a:pt x="4191" y="142875"/>
                </a:lnTo>
                <a:lnTo>
                  <a:pt x="316611" y="139065"/>
                </a:lnTo>
                <a:lnTo>
                  <a:pt x="317754" y="0"/>
                </a:lnTo>
                <a:close/>
              </a:path>
            </a:pathLst>
          </a:custGeom>
          <a:solidFill>
            <a:schemeClr val="dk1"/>
          </a:solidFill>
          <a:ln w="38100" cap="flat" cmpd="sng">
            <a:solidFill>
              <a:schemeClr val="lt1"/>
            </a:solidFill>
            <a:prstDash val="solid"/>
            <a:round/>
            <a:headEnd type="none" w="med" len="med"/>
            <a:tailEnd type="none" w="med" len="med"/>
          </a:ln>
        </p:spPr>
      </p:sp>
      <p:sp>
        <p:nvSpPr>
          <p:cNvPr id="348" name="Google Shape;348;p22"/>
          <p:cNvSpPr txBox="1">
            <a:spLocks noGrp="1"/>
          </p:cNvSpPr>
          <p:nvPr>
            <p:ph type="title"/>
          </p:nvPr>
        </p:nvSpPr>
        <p:spPr>
          <a:xfrm>
            <a:off x="713225" y="539500"/>
            <a:ext cx="7717500" cy="5727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32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49" name="Google Shape;349;p22"/>
          <p:cNvSpPr txBox="1">
            <a:spLocks noGrp="1"/>
          </p:cNvSpPr>
          <p:nvPr>
            <p:ph type="subTitle" idx="1"/>
          </p:nvPr>
        </p:nvSpPr>
        <p:spPr>
          <a:xfrm>
            <a:off x="2985688" y="2105850"/>
            <a:ext cx="1883700" cy="356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1900">
                <a:solidFill>
                  <a:schemeClr val="lt1"/>
                </a:solidFill>
                <a:latin typeface="Vollkorn Black"/>
                <a:ea typeface="Vollkorn Black"/>
                <a:cs typeface="Vollkorn Black"/>
                <a:sym typeface="Vollkorn Black"/>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50" name="Google Shape;350;p22"/>
          <p:cNvSpPr txBox="1">
            <a:spLocks noGrp="1"/>
          </p:cNvSpPr>
          <p:nvPr>
            <p:ph type="subTitle" idx="2"/>
          </p:nvPr>
        </p:nvSpPr>
        <p:spPr>
          <a:xfrm>
            <a:off x="5184096" y="1689900"/>
            <a:ext cx="2743200" cy="11886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51" name="Google Shape;351;p22"/>
          <p:cNvSpPr txBox="1">
            <a:spLocks noGrp="1"/>
          </p:cNvSpPr>
          <p:nvPr>
            <p:ph type="subTitle" idx="3"/>
          </p:nvPr>
        </p:nvSpPr>
        <p:spPr>
          <a:xfrm>
            <a:off x="4392863" y="3512769"/>
            <a:ext cx="1887300" cy="356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1900">
                <a:solidFill>
                  <a:schemeClr val="lt1"/>
                </a:solidFill>
                <a:latin typeface="Vollkorn Black"/>
                <a:ea typeface="Vollkorn Black"/>
                <a:cs typeface="Vollkorn Black"/>
                <a:sym typeface="Vollkorn Black"/>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52" name="Google Shape;352;p22"/>
          <p:cNvSpPr txBox="1">
            <a:spLocks noGrp="1"/>
          </p:cNvSpPr>
          <p:nvPr>
            <p:ph type="subTitle" idx="4"/>
          </p:nvPr>
        </p:nvSpPr>
        <p:spPr>
          <a:xfrm>
            <a:off x="1344826" y="3096825"/>
            <a:ext cx="2743200" cy="11886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hree columns">
  <p:cSld name="CUSTOM_5">
    <p:spTree>
      <p:nvGrpSpPr>
        <p:cNvPr id="1" name="Shape 353"/>
        <p:cNvGrpSpPr/>
        <p:nvPr/>
      </p:nvGrpSpPr>
      <p:grpSpPr>
        <a:xfrm>
          <a:off x="0" y="0"/>
          <a:ext cx="0" cy="0"/>
          <a:chOff x="0" y="0"/>
          <a:chExt cx="0" cy="0"/>
        </a:xfrm>
      </p:grpSpPr>
      <p:grpSp>
        <p:nvGrpSpPr>
          <p:cNvPr id="354" name="Google Shape;354;p23"/>
          <p:cNvGrpSpPr/>
          <p:nvPr/>
        </p:nvGrpSpPr>
        <p:grpSpPr>
          <a:xfrm>
            <a:off x="-3899850" y="-2063880"/>
            <a:ext cx="14910750" cy="8521830"/>
            <a:chOff x="-3899850" y="-2063880"/>
            <a:chExt cx="14910750" cy="8521830"/>
          </a:xfrm>
        </p:grpSpPr>
        <p:sp>
          <p:nvSpPr>
            <p:cNvPr id="355" name="Google Shape;355;p23"/>
            <p:cNvSpPr/>
            <p:nvPr/>
          </p:nvSpPr>
          <p:spPr>
            <a:xfrm>
              <a:off x="3042175" y="2171700"/>
              <a:ext cx="7968725" cy="3543300"/>
            </a:xfrm>
            <a:custGeom>
              <a:avLst/>
              <a:gdLst/>
              <a:ahLst/>
              <a:cxnLst/>
              <a:rect l="l" t="t" r="r" b="b"/>
              <a:pathLst>
                <a:path w="318749" h="141732" extrusionOk="0">
                  <a:moveTo>
                    <a:pt x="301985" y="105156"/>
                  </a:moveTo>
                  <a:lnTo>
                    <a:pt x="318749" y="0"/>
                  </a:lnTo>
                  <a:lnTo>
                    <a:pt x="0" y="67338"/>
                  </a:lnTo>
                  <a:lnTo>
                    <a:pt x="202163" y="141732"/>
                  </a:lnTo>
                  <a:close/>
                </a:path>
              </a:pathLst>
            </a:custGeom>
            <a:solidFill>
              <a:schemeClr val="accent2"/>
            </a:solidFill>
            <a:ln>
              <a:noFill/>
            </a:ln>
          </p:spPr>
        </p:sp>
        <p:sp>
          <p:nvSpPr>
            <p:cNvPr id="356" name="Google Shape;356;p23"/>
            <p:cNvSpPr/>
            <p:nvPr/>
          </p:nvSpPr>
          <p:spPr>
            <a:xfrm rot="10800000">
              <a:off x="-3899850" y="-461910"/>
              <a:ext cx="6377400" cy="3162248"/>
            </a:xfrm>
            <a:custGeom>
              <a:avLst/>
              <a:gdLst/>
              <a:ahLst/>
              <a:cxnLst/>
              <a:rect l="l" t="t" r="r" b="b"/>
              <a:pathLst>
                <a:path w="255096" h="93884" extrusionOk="0">
                  <a:moveTo>
                    <a:pt x="22532" y="26288"/>
                  </a:moveTo>
                  <a:lnTo>
                    <a:pt x="0" y="93884"/>
                  </a:lnTo>
                  <a:lnTo>
                    <a:pt x="255096" y="81277"/>
                  </a:lnTo>
                  <a:lnTo>
                    <a:pt x="190450" y="0"/>
                  </a:lnTo>
                  <a:close/>
                </a:path>
              </a:pathLst>
            </a:custGeom>
            <a:solidFill>
              <a:schemeClr val="dk2"/>
            </a:solidFill>
            <a:ln>
              <a:noFill/>
            </a:ln>
          </p:spPr>
        </p:sp>
        <p:sp>
          <p:nvSpPr>
            <p:cNvPr id="357" name="Google Shape;357;p23"/>
            <p:cNvSpPr/>
            <p:nvPr/>
          </p:nvSpPr>
          <p:spPr>
            <a:xfrm rot="9529261">
              <a:off x="-48852" y="-824740"/>
              <a:ext cx="7535465" cy="3614695"/>
            </a:xfrm>
            <a:custGeom>
              <a:avLst/>
              <a:gdLst/>
              <a:ahLst/>
              <a:cxnLst/>
              <a:rect l="l" t="t" r="r" b="b"/>
              <a:pathLst>
                <a:path w="267167" h="144581" extrusionOk="0">
                  <a:moveTo>
                    <a:pt x="105150" y="0"/>
                  </a:moveTo>
                  <a:lnTo>
                    <a:pt x="0" y="83959"/>
                  </a:lnTo>
                  <a:lnTo>
                    <a:pt x="179989" y="144581"/>
                  </a:lnTo>
                  <a:lnTo>
                    <a:pt x="267167" y="43991"/>
                  </a:lnTo>
                  <a:close/>
                </a:path>
              </a:pathLst>
            </a:custGeom>
            <a:solidFill>
              <a:schemeClr val="accent2"/>
            </a:solidFill>
            <a:ln>
              <a:noFill/>
            </a:ln>
          </p:spPr>
        </p:sp>
        <p:sp>
          <p:nvSpPr>
            <p:cNvPr id="358" name="Google Shape;358;p23"/>
            <p:cNvSpPr/>
            <p:nvPr/>
          </p:nvSpPr>
          <p:spPr>
            <a:xfrm rot="10800000">
              <a:off x="-2357184" y="2262200"/>
              <a:ext cx="7376600" cy="3057925"/>
            </a:xfrm>
            <a:custGeom>
              <a:avLst/>
              <a:gdLst/>
              <a:ahLst/>
              <a:cxnLst/>
              <a:rect l="l" t="t" r="r" b="b"/>
              <a:pathLst>
                <a:path w="295064" h="122317" extrusionOk="0">
                  <a:moveTo>
                    <a:pt x="135730" y="13144"/>
                  </a:moveTo>
                  <a:lnTo>
                    <a:pt x="0" y="92006"/>
                  </a:lnTo>
                  <a:lnTo>
                    <a:pt x="295064" y="122317"/>
                  </a:lnTo>
                  <a:lnTo>
                    <a:pt x="209496" y="0"/>
                  </a:lnTo>
                  <a:close/>
                </a:path>
              </a:pathLst>
            </a:custGeom>
            <a:solidFill>
              <a:schemeClr val="lt2"/>
            </a:solidFill>
            <a:ln>
              <a:noFill/>
            </a:ln>
          </p:spPr>
        </p:sp>
        <p:sp>
          <p:nvSpPr>
            <p:cNvPr id="359" name="Google Shape;359;p23"/>
            <p:cNvSpPr/>
            <p:nvPr/>
          </p:nvSpPr>
          <p:spPr>
            <a:xfrm rot="10800000">
              <a:off x="-3152722" y="1252475"/>
              <a:ext cx="6759625" cy="2803100"/>
            </a:xfrm>
            <a:custGeom>
              <a:avLst/>
              <a:gdLst/>
              <a:ahLst/>
              <a:cxnLst/>
              <a:rect l="l" t="t" r="r" b="b"/>
              <a:pathLst>
                <a:path w="270385" h="112124" extrusionOk="0">
                  <a:moveTo>
                    <a:pt x="41308" y="0"/>
                  </a:moveTo>
                  <a:lnTo>
                    <a:pt x="0" y="39431"/>
                  </a:lnTo>
                  <a:lnTo>
                    <a:pt x="88250" y="112124"/>
                  </a:lnTo>
                  <a:lnTo>
                    <a:pt x="270385" y="87715"/>
                  </a:lnTo>
                  <a:close/>
                </a:path>
              </a:pathLst>
            </a:custGeom>
            <a:solidFill>
              <a:schemeClr val="accent2"/>
            </a:solidFill>
            <a:ln>
              <a:noFill/>
            </a:ln>
          </p:spPr>
        </p:sp>
        <p:sp>
          <p:nvSpPr>
            <p:cNvPr id="360" name="Google Shape;360;p23"/>
            <p:cNvSpPr/>
            <p:nvPr/>
          </p:nvSpPr>
          <p:spPr>
            <a:xfrm>
              <a:off x="210625" y="3096725"/>
              <a:ext cx="7123625" cy="3023675"/>
            </a:xfrm>
            <a:custGeom>
              <a:avLst/>
              <a:gdLst/>
              <a:ahLst/>
              <a:cxnLst/>
              <a:rect l="l" t="t" r="r" b="b"/>
              <a:pathLst>
                <a:path w="284945" h="120947" extrusionOk="0">
                  <a:moveTo>
                    <a:pt x="226652" y="9525"/>
                  </a:moveTo>
                  <a:lnTo>
                    <a:pt x="170264" y="0"/>
                  </a:lnTo>
                  <a:lnTo>
                    <a:pt x="75011" y="13734"/>
                  </a:lnTo>
                  <a:lnTo>
                    <a:pt x="0" y="120947"/>
                  </a:lnTo>
                  <a:lnTo>
                    <a:pt x="284945" y="90253"/>
                  </a:lnTo>
                  <a:close/>
                </a:path>
              </a:pathLst>
            </a:custGeom>
            <a:solidFill>
              <a:schemeClr val="accent3"/>
            </a:solidFill>
            <a:ln>
              <a:noFill/>
            </a:ln>
          </p:spPr>
        </p:sp>
        <p:sp>
          <p:nvSpPr>
            <p:cNvPr id="361" name="Google Shape;361;p23"/>
            <p:cNvSpPr/>
            <p:nvPr/>
          </p:nvSpPr>
          <p:spPr>
            <a:xfrm>
              <a:off x="6915150" y="-553700"/>
              <a:ext cx="2933700" cy="3639800"/>
            </a:xfrm>
            <a:custGeom>
              <a:avLst/>
              <a:gdLst/>
              <a:ahLst/>
              <a:cxnLst/>
              <a:rect l="l" t="t" r="r" b="b"/>
              <a:pathLst>
                <a:path w="117348" h="145592" extrusionOk="0">
                  <a:moveTo>
                    <a:pt x="6979" y="109875"/>
                  </a:moveTo>
                  <a:lnTo>
                    <a:pt x="0" y="145592"/>
                  </a:lnTo>
                  <a:lnTo>
                    <a:pt x="117348" y="122732"/>
                  </a:lnTo>
                  <a:lnTo>
                    <a:pt x="105828" y="0"/>
                  </a:lnTo>
                  <a:close/>
                </a:path>
              </a:pathLst>
            </a:custGeom>
            <a:solidFill>
              <a:schemeClr val="dk2"/>
            </a:solidFill>
            <a:ln>
              <a:noFill/>
            </a:ln>
          </p:spPr>
        </p:sp>
        <p:sp>
          <p:nvSpPr>
            <p:cNvPr id="362" name="Google Shape;362;p23"/>
            <p:cNvSpPr/>
            <p:nvPr/>
          </p:nvSpPr>
          <p:spPr>
            <a:xfrm rot="10800000">
              <a:off x="-1848434" y="4195750"/>
              <a:ext cx="4410075" cy="1733550"/>
            </a:xfrm>
            <a:custGeom>
              <a:avLst/>
              <a:gdLst/>
              <a:ahLst/>
              <a:cxnLst/>
              <a:rect l="l" t="t" r="r" b="b"/>
              <a:pathLst>
                <a:path w="176403" h="69342" extrusionOk="0">
                  <a:moveTo>
                    <a:pt x="60579" y="0"/>
                  </a:moveTo>
                  <a:lnTo>
                    <a:pt x="0" y="69342"/>
                  </a:lnTo>
                  <a:lnTo>
                    <a:pt x="176403" y="64770"/>
                  </a:lnTo>
                  <a:lnTo>
                    <a:pt x="97155" y="6096"/>
                  </a:lnTo>
                  <a:close/>
                </a:path>
              </a:pathLst>
            </a:custGeom>
            <a:solidFill>
              <a:schemeClr val="accent1"/>
            </a:solidFill>
            <a:ln>
              <a:noFill/>
            </a:ln>
          </p:spPr>
        </p:sp>
        <p:sp>
          <p:nvSpPr>
            <p:cNvPr id="363" name="Google Shape;363;p23"/>
            <p:cNvSpPr/>
            <p:nvPr/>
          </p:nvSpPr>
          <p:spPr>
            <a:xfrm rot="10800000">
              <a:off x="4400608" y="-296972"/>
              <a:ext cx="5000565" cy="2559160"/>
            </a:xfrm>
            <a:custGeom>
              <a:avLst/>
              <a:gdLst/>
              <a:ahLst/>
              <a:cxnLst/>
              <a:rect l="l" t="t" r="r" b="b"/>
              <a:pathLst>
                <a:path w="88011" h="60579" extrusionOk="0">
                  <a:moveTo>
                    <a:pt x="0" y="55245"/>
                  </a:moveTo>
                  <a:lnTo>
                    <a:pt x="11049" y="4572"/>
                  </a:lnTo>
                  <a:lnTo>
                    <a:pt x="56007" y="0"/>
                  </a:lnTo>
                  <a:lnTo>
                    <a:pt x="88011" y="60579"/>
                  </a:lnTo>
                  <a:close/>
                </a:path>
              </a:pathLst>
            </a:custGeom>
            <a:solidFill>
              <a:schemeClr val="accent1"/>
            </a:solidFill>
            <a:ln>
              <a:noFill/>
            </a:ln>
          </p:spPr>
        </p:sp>
        <p:sp>
          <p:nvSpPr>
            <p:cNvPr id="364" name="Google Shape;364;p23"/>
            <p:cNvSpPr/>
            <p:nvPr/>
          </p:nvSpPr>
          <p:spPr>
            <a:xfrm>
              <a:off x="4438650" y="3943350"/>
              <a:ext cx="4229100" cy="2514600"/>
            </a:xfrm>
            <a:custGeom>
              <a:avLst/>
              <a:gdLst/>
              <a:ahLst/>
              <a:cxnLst/>
              <a:rect l="l" t="t" r="r" b="b"/>
              <a:pathLst>
                <a:path w="169164" h="100584" extrusionOk="0">
                  <a:moveTo>
                    <a:pt x="32004" y="13716"/>
                  </a:moveTo>
                  <a:lnTo>
                    <a:pt x="0" y="100584"/>
                  </a:lnTo>
                  <a:lnTo>
                    <a:pt x="169164" y="68580"/>
                  </a:lnTo>
                  <a:lnTo>
                    <a:pt x="102108" y="0"/>
                  </a:lnTo>
                  <a:close/>
                </a:path>
              </a:pathLst>
            </a:custGeom>
            <a:solidFill>
              <a:schemeClr val="dk2"/>
            </a:solidFill>
            <a:ln>
              <a:noFill/>
            </a:ln>
          </p:spPr>
        </p:sp>
      </p:grpSp>
      <p:sp>
        <p:nvSpPr>
          <p:cNvPr id="365" name="Google Shape;365;p23"/>
          <p:cNvSpPr/>
          <p:nvPr/>
        </p:nvSpPr>
        <p:spPr>
          <a:xfrm>
            <a:off x="635000" y="1241775"/>
            <a:ext cx="7874000" cy="3534825"/>
          </a:xfrm>
          <a:custGeom>
            <a:avLst/>
            <a:gdLst/>
            <a:ahLst/>
            <a:cxnLst/>
            <a:rect l="l" t="t" r="r" b="b"/>
            <a:pathLst>
              <a:path w="314960" h="141393" extrusionOk="0">
                <a:moveTo>
                  <a:pt x="0" y="7056"/>
                </a:moveTo>
                <a:lnTo>
                  <a:pt x="314960" y="0"/>
                </a:lnTo>
                <a:lnTo>
                  <a:pt x="314396" y="141393"/>
                </a:lnTo>
                <a:lnTo>
                  <a:pt x="1411" y="136596"/>
                </a:lnTo>
                <a:close/>
              </a:path>
            </a:pathLst>
          </a:custGeom>
          <a:solidFill>
            <a:schemeClr val="dk1"/>
          </a:solidFill>
          <a:ln w="38100" cap="flat" cmpd="sng">
            <a:solidFill>
              <a:schemeClr val="lt1"/>
            </a:solidFill>
            <a:prstDash val="solid"/>
            <a:round/>
            <a:headEnd type="none" w="med" len="med"/>
            <a:tailEnd type="none" w="med" len="med"/>
          </a:ln>
        </p:spPr>
      </p:sp>
      <p:sp>
        <p:nvSpPr>
          <p:cNvPr id="366" name="Google Shape;366;p23"/>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lvl1pPr lvl="0" algn="ctr">
              <a:spcBef>
                <a:spcPts val="0"/>
              </a:spcBef>
              <a:spcAft>
                <a:spcPts val="0"/>
              </a:spcAft>
              <a:buSzPts val="3200"/>
              <a:buNone/>
              <a:defRPr>
                <a:solidFill>
                  <a:schemeClr val="l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67" name="Google Shape;367;p23"/>
          <p:cNvSpPr txBox="1">
            <a:spLocks noGrp="1"/>
          </p:cNvSpPr>
          <p:nvPr>
            <p:ph type="subTitle" idx="1"/>
          </p:nvPr>
        </p:nvSpPr>
        <p:spPr>
          <a:xfrm>
            <a:off x="707827" y="3486638"/>
            <a:ext cx="2533200" cy="274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1800">
                <a:solidFill>
                  <a:schemeClr val="lt1"/>
                </a:solidFill>
                <a:latin typeface="Vollkorn Black"/>
                <a:ea typeface="Vollkorn Black"/>
                <a:cs typeface="Vollkorn Black"/>
                <a:sym typeface="Vollkorn Black"/>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68" name="Google Shape;368;p23"/>
          <p:cNvSpPr txBox="1">
            <a:spLocks noGrp="1"/>
          </p:cNvSpPr>
          <p:nvPr>
            <p:ph type="subTitle" idx="2"/>
          </p:nvPr>
        </p:nvSpPr>
        <p:spPr>
          <a:xfrm>
            <a:off x="707827" y="3876850"/>
            <a:ext cx="2533200" cy="679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69" name="Google Shape;369;p23"/>
          <p:cNvSpPr txBox="1">
            <a:spLocks noGrp="1"/>
          </p:cNvSpPr>
          <p:nvPr>
            <p:ph type="subTitle" idx="3"/>
          </p:nvPr>
        </p:nvSpPr>
        <p:spPr>
          <a:xfrm>
            <a:off x="3305402" y="3486638"/>
            <a:ext cx="2533200" cy="274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1800">
                <a:solidFill>
                  <a:schemeClr val="lt1"/>
                </a:solidFill>
                <a:latin typeface="Vollkorn Black"/>
                <a:ea typeface="Vollkorn Black"/>
                <a:cs typeface="Vollkorn Black"/>
                <a:sym typeface="Vollkorn Black"/>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70" name="Google Shape;370;p23"/>
          <p:cNvSpPr txBox="1">
            <a:spLocks noGrp="1"/>
          </p:cNvSpPr>
          <p:nvPr>
            <p:ph type="subTitle" idx="4"/>
          </p:nvPr>
        </p:nvSpPr>
        <p:spPr>
          <a:xfrm>
            <a:off x="3305402" y="3876850"/>
            <a:ext cx="2533200" cy="679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1" name="Google Shape;371;p23"/>
          <p:cNvSpPr txBox="1">
            <a:spLocks noGrp="1"/>
          </p:cNvSpPr>
          <p:nvPr>
            <p:ph type="subTitle" idx="5"/>
          </p:nvPr>
        </p:nvSpPr>
        <p:spPr>
          <a:xfrm>
            <a:off x="5902975" y="3486650"/>
            <a:ext cx="2533200" cy="274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1800">
                <a:solidFill>
                  <a:schemeClr val="lt1"/>
                </a:solidFill>
                <a:latin typeface="Vollkorn Black"/>
                <a:ea typeface="Vollkorn Black"/>
                <a:cs typeface="Vollkorn Black"/>
                <a:sym typeface="Vollkorn Black"/>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72" name="Google Shape;372;p23"/>
          <p:cNvSpPr txBox="1">
            <a:spLocks noGrp="1"/>
          </p:cNvSpPr>
          <p:nvPr>
            <p:ph type="subTitle" idx="6"/>
          </p:nvPr>
        </p:nvSpPr>
        <p:spPr>
          <a:xfrm>
            <a:off x="5902977" y="3876850"/>
            <a:ext cx="2533200" cy="679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hree columns 1">
  <p:cSld name="CUSTOM_18">
    <p:spTree>
      <p:nvGrpSpPr>
        <p:cNvPr id="1" name="Shape 373"/>
        <p:cNvGrpSpPr/>
        <p:nvPr/>
      </p:nvGrpSpPr>
      <p:grpSpPr>
        <a:xfrm>
          <a:off x="0" y="0"/>
          <a:ext cx="0" cy="0"/>
          <a:chOff x="0" y="0"/>
          <a:chExt cx="0" cy="0"/>
        </a:xfrm>
      </p:grpSpPr>
      <p:grpSp>
        <p:nvGrpSpPr>
          <p:cNvPr id="374" name="Google Shape;374;p24"/>
          <p:cNvGrpSpPr/>
          <p:nvPr/>
        </p:nvGrpSpPr>
        <p:grpSpPr>
          <a:xfrm rot="10800000" flipH="1">
            <a:off x="-3899850" y="-1130430"/>
            <a:ext cx="14910750" cy="8521830"/>
            <a:chOff x="-3899850" y="-2063880"/>
            <a:chExt cx="14910750" cy="8521830"/>
          </a:xfrm>
        </p:grpSpPr>
        <p:sp>
          <p:nvSpPr>
            <p:cNvPr id="375" name="Google Shape;375;p24"/>
            <p:cNvSpPr/>
            <p:nvPr/>
          </p:nvSpPr>
          <p:spPr>
            <a:xfrm>
              <a:off x="3042175" y="2171700"/>
              <a:ext cx="7968725" cy="3543300"/>
            </a:xfrm>
            <a:custGeom>
              <a:avLst/>
              <a:gdLst/>
              <a:ahLst/>
              <a:cxnLst/>
              <a:rect l="l" t="t" r="r" b="b"/>
              <a:pathLst>
                <a:path w="318749" h="141732" extrusionOk="0">
                  <a:moveTo>
                    <a:pt x="301985" y="105156"/>
                  </a:moveTo>
                  <a:lnTo>
                    <a:pt x="318749" y="0"/>
                  </a:lnTo>
                  <a:lnTo>
                    <a:pt x="0" y="67338"/>
                  </a:lnTo>
                  <a:lnTo>
                    <a:pt x="202163" y="141732"/>
                  </a:lnTo>
                  <a:close/>
                </a:path>
              </a:pathLst>
            </a:custGeom>
            <a:solidFill>
              <a:schemeClr val="accent2"/>
            </a:solidFill>
            <a:ln>
              <a:noFill/>
            </a:ln>
          </p:spPr>
        </p:sp>
        <p:sp>
          <p:nvSpPr>
            <p:cNvPr id="376" name="Google Shape;376;p24"/>
            <p:cNvSpPr/>
            <p:nvPr/>
          </p:nvSpPr>
          <p:spPr>
            <a:xfrm rot="10800000">
              <a:off x="-3899850" y="-461910"/>
              <a:ext cx="6377400" cy="3162248"/>
            </a:xfrm>
            <a:custGeom>
              <a:avLst/>
              <a:gdLst/>
              <a:ahLst/>
              <a:cxnLst/>
              <a:rect l="l" t="t" r="r" b="b"/>
              <a:pathLst>
                <a:path w="255096" h="93884" extrusionOk="0">
                  <a:moveTo>
                    <a:pt x="22532" y="26288"/>
                  </a:moveTo>
                  <a:lnTo>
                    <a:pt x="0" y="93884"/>
                  </a:lnTo>
                  <a:lnTo>
                    <a:pt x="255096" y="81277"/>
                  </a:lnTo>
                  <a:lnTo>
                    <a:pt x="190450" y="0"/>
                  </a:lnTo>
                  <a:close/>
                </a:path>
              </a:pathLst>
            </a:custGeom>
            <a:solidFill>
              <a:schemeClr val="dk2"/>
            </a:solidFill>
            <a:ln>
              <a:noFill/>
            </a:ln>
          </p:spPr>
        </p:sp>
        <p:sp>
          <p:nvSpPr>
            <p:cNvPr id="377" name="Google Shape;377;p24"/>
            <p:cNvSpPr/>
            <p:nvPr/>
          </p:nvSpPr>
          <p:spPr>
            <a:xfrm rot="9529261">
              <a:off x="-48852" y="-824740"/>
              <a:ext cx="7535465" cy="3614695"/>
            </a:xfrm>
            <a:custGeom>
              <a:avLst/>
              <a:gdLst/>
              <a:ahLst/>
              <a:cxnLst/>
              <a:rect l="l" t="t" r="r" b="b"/>
              <a:pathLst>
                <a:path w="267167" h="144581" extrusionOk="0">
                  <a:moveTo>
                    <a:pt x="105150" y="0"/>
                  </a:moveTo>
                  <a:lnTo>
                    <a:pt x="0" y="83959"/>
                  </a:lnTo>
                  <a:lnTo>
                    <a:pt x="179989" y="144581"/>
                  </a:lnTo>
                  <a:lnTo>
                    <a:pt x="267167" y="43991"/>
                  </a:lnTo>
                  <a:close/>
                </a:path>
              </a:pathLst>
            </a:custGeom>
            <a:solidFill>
              <a:schemeClr val="accent2"/>
            </a:solidFill>
            <a:ln>
              <a:noFill/>
            </a:ln>
          </p:spPr>
        </p:sp>
        <p:sp>
          <p:nvSpPr>
            <p:cNvPr id="378" name="Google Shape;378;p24"/>
            <p:cNvSpPr/>
            <p:nvPr/>
          </p:nvSpPr>
          <p:spPr>
            <a:xfrm rot="10800000">
              <a:off x="-2357184" y="2262200"/>
              <a:ext cx="7376600" cy="3057925"/>
            </a:xfrm>
            <a:custGeom>
              <a:avLst/>
              <a:gdLst/>
              <a:ahLst/>
              <a:cxnLst/>
              <a:rect l="l" t="t" r="r" b="b"/>
              <a:pathLst>
                <a:path w="295064" h="122317" extrusionOk="0">
                  <a:moveTo>
                    <a:pt x="135730" y="13144"/>
                  </a:moveTo>
                  <a:lnTo>
                    <a:pt x="0" y="92006"/>
                  </a:lnTo>
                  <a:lnTo>
                    <a:pt x="295064" y="122317"/>
                  </a:lnTo>
                  <a:lnTo>
                    <a:pt x="209496" y="0"/>
                  </a:lnTo>
                  <a:close/>
                </a:path>
              </a:pathLst>
            </a:custGeom>
            <a:solidFill>
              <a:schemeClr val="lt2"/>
            </a:solidFill>
            <a:ln>
              <a:noFill/>
            </a:ln>
          </p:spPr>
        </p:sp>
        <p:sp>
          <p:nvSpPr>
            <p:cNvPr id="379" name="Google Shape;379;p24"/>
            <p:cNvSpPr/>
            <p:nvPr/>
          </p:nvSpPr>
          <p:spPr>
            <a:xfrm rot="10800000">
              <a:off x="-3152722" y="1252475"/>
              <a:ext cx="6759625" cy="2803100"/>
            </a:xfrm>
            <a:custGeom>
              <a:avLst/>
              <a:gdLst/>
              <a:ahLst/>
              <a:cxnLst/>
              <a:rect l="l" t="t" r="r" b="b"/>
              <a:pathLst>
                <a:path w="270385" h="112124" extrusionOk="0">
                  <a:moveTo>
                    <a:pt x="41308" y="0"/>
                  </a:moveTo>
                  <a:lnTo>
                    <a:pt x="0" y="39431"/>
                  </a:lnTo>
                  <a:lnTo>
                    <a:pt x="88250" y="112124"/>
                  </a:lnTo>
                  <a:lnTo>
                    <a:pt x="270385" y="87715"/>
                  </a:lnTo>
                  <a:close/>
                </a:path>
              </a:pathLst>
            </a:custGeom>
            <a:solidFill>
              <a:schemeClr val="accent2"/>
            </a:solidFill>
            <a:ln>
              <a:noFill/>
            </a:ln>
          </p:spPr>
        </p:sp>
        <p:sp>
          <p:nvSpPr>
            <p:cNvPr id="380" name="Google Shape;380;p24"/>
            <p:cNvSpPr/>
            <p:nvPr/>
          </p:nvSpPr>
          <p:spPr>
            <a:xfrm>
              <a:off x="210625" y="3096725"/>
              <a:ext cx="7123625" cy="3023675"/>
            </a:xfrm>
            <a:custGeom>
              <a:avLst/>
              <a:gdLst/>
              <a:ahLst/>
              <a:cxnLst/>
              <a:rect l="l" t="t" r="r" b="b"/>
              <a:pathLst>
                <a:path w="284945" h="120947" extrusionOk="0">
                  <a:moveTo>
                    <a:pt x="226652" y="9525"/>
                  </a:moveTo>
                  <a:lnTo>
                    <a:pt x="170264" y="0"/>
                  </a:lnTo>
                  <a:lnTo>
                    <a:pt x="75011" y="13734"/>
                  </a:lnTo>
                  <a:lnTo>
                    <a:pt x="0" y="120947"/>
                  </a:lnTo>
                  <a:lnTo>
                    <a:pt x="284945" y="90253"/>
                  </a:lnTo>
                  <a:close/>
                </a:path>
              </a:pathLst>
            </a:custGeom>
            <a:solidFill>
              <a:schemeClr val="accent3"/>
            </a:solidFill>
            <a:ln>
              <a:noFill/>
            </a:ln>
          </p:spPr>
        </p:sp>
        <p:sp>
          <p:nvSpPr>
            <p:cNvPr id="381" name="Google Shape;381;p24"/>
            <p:cNvSpPr/>
            <p:nvPr/>
          </p:nvSpPr>
          <p:spPr>
            <a:xfrm>
              <a:off x="6915150" y="-553700"/>
              <a:ext cx="2933700" cy="3639800"/>
            </a:xfrm>
            <a:custGeom>
              <a:avLst/>
              <a:gdLst/>
              <a:ahLst/>
              <a:cxnLst/>
              <a:rect l="l" t="t" r="r" b="b"/>
              <a:pathLst>
                <a:path w="117348" h="145592" extrusionOk="0">
                  <a:moveTo>
                    <a:pt x="6979" y="109875"/>
                  </a:moveTo>
                  <a:lnTo>
                    <a:pt x="0" y="145592"/>
                  </a:lnTo>
                  <a:lnTo>
                    <a:pt x="117348" y="122732"/>
                  </a:lnTo>
                  <a:lnTo>
                    <a:pt x="105828" y="0"/>
                  </a:lnTo>
                  <a:close/>
                </a:path>
              </a:pathLst>
            </a:custGeom>
            <a:solidFill>
              <a:schemeClr val="dk2"/>
            </a:solidFill>
            <a:ln>
              <a:noFill/>
            </a:ln>
          </p:spPr>
        </p:sp>
        <p:sp>
          <p:nvSpPr>
            <p:cNvPr id="382" name="Google Shape;382;p24"/>
            <p:cNvSpPr/>
            <p:nvPr/>
          </p:nvSpPr>
          <p:spPr>
            <a:xfrm rot="10800000">
              <a:off x="-1848434" y="4195750"/>
              <a:ext cx="4410075" cy="1733550"/>
            </a:xfrm>
            <a:custGeom>
              <a:avLst/>
              <a:gdLst/>
              <a:ahLst/>
              <a:cxnLst/>
              <a:rect l="l" t="t" r="r" b="b"/>
              <a:pathLst>
                <a:path w="176403" h="69342" extrusionOk="0">
                  <a:moveTo>
                    <a:pt x="60579" y="0"/>
                  </a:moveTo>
                  <a:lnTo>
                    <a:pt x="0" y="69342"/>
                  </a:lnTo>
                  <a:lnTo>
                    <a:pt x="176403" y="64770"/>
                  </a:lnTo>
                  <a:lnTo>
                    <a:pt x="97155" y="6096"/>
                  </a:lnTo>
                  <a:close/>
                </a:path>
              </a:pathLst>
            </a:custGeom>
            <a:solidFill>
              <a:schemeClr val="accent1"/>
            </a:solidFill>
            <a:ln>
              <a:noFill/>
            </a:ln>
          </p:spPr>
        </p:sp>
        <p:sp>
          <p:nvSpPr>
            <p:cNvPr id="383" name="Google Shape;383;p24"/>
            <p:cNvSpPr/>
            <p:nvPr/>
          </p:nvSpPr>
          <p:spPr>
            <a:xfrm rot="10800000">
              <a:off x="4400608" y="-296972"/>
              <a:ext cx="5000565" cy="2559160"/>
            </a:xfrm>
            <a:custGeom>
              <a:avLst/>
              <a:gdLst/>
              <a:ahLst/>
              <a:cxnLst/>
              <a:rect l="l" t="t" r="r" b="b"/>
              <a:pathLst>
                <a:path w="88011" h="60579" extrusionOk="0">
                  <a:moveTo>
                    <a:pt x="0" y="55245"/>
                  </a:moveTo>
                  <a:lnTo>
                    <a:pt x="11049" y="4572"/>
                  </a:lnTo>
                  <a:lnTo>
                    <a:pt x="56007" y="0"/>
                  </a:lnTo>
                  <a:lnTo>
                    <a:pt x="88011" y="60579"/>
                  </a:lnTo>
                  <a:close/>
                </a:path>
              </a:pathLst>
            </a:custGeom>
            <a:solidFill>
              <a:schemeClr val="accent1"/>
            </a:solidFill>
            <a:ln>
              <a:noFill/>
            </a:ln>
          </p:spPr>
        </p:sp>
        <p:sp>
          <p:nvSpPr>
            <p:cNvPr id="384" name="Google Shape;384;p24"/>
            <p:cNvSpPr/>
            <p:nvPr/>
          </p:nvSpPr>
          <p:spPr>
            <a:xfrm>
              <a:off x="4438650" y="3943350"/>
              <a:ext cx="4229100" cy="2514600"/>
            </a:xfrm>
            <a:custGeom>
              <a:avLst/>
              <a:gdLst/>
              <a:ahLst/>
              <a:cxnLst/>
              <a:rect l="l" t="t" r="r" b="b"/>
              <a:pathLst>
                <a:path w="169164" h="100584" extrusionOk="0">
                  <a:moveTo>
                    <a:pt x="32004" y="13716"/>
                  </a:moveTo>
                  <a:lnTo>
                    <a:pt x="0" y="100584"/>
                  </a:lnTo>
                  <a:lnTo>
                    <a:pt x="169164" y="68580"/>
                  </a:lnTo>
                  <a:lnTo>
                    <a:pt x="102108" y="0"/>
                  </a:lnTo>
                  <a:close/>
                </a:path>
              </a:pathLst>
            </a:custGeom>
            <a:solidFill>
              <a:schemeClr val="dk2"/>
            </a:solidFill>
            <a:ln>
              <a:noFill/>
            </a:ln>
          </p:spPr>
        </p:sp>
      </p:grpSp>
      <p:sp>
        <p:nvSpPr>
          <p:cNvPr id="385" name="Google Shape;385;p24"/>
          <p:cNvSpPr/>
          <p:nvPr/>
        </p:nvSpPr>
        <p:spPr>
          <a:xfrm>
            <a:off x="635000" y="1241775"/>
            <a:ext cx="7874000" cy="3534825"/>
          </a:xfrm>
          <a:custGeom>
            <a:avLst/>
            <a:gdLst/>
            <a:ahLst/>
            <a:cxnLst/>
            <a:rect l="l" t="t" r="r" b="b"/>
            <a:pathLst>
              <a:path w="314960" h="141393" extrusionOk="0">
                <a:moveTo>
                  <a:pt x="0" y="7056"/>
                </a:moveTo>
                <a:lnTo>
                  <a:pt x="314960" y="0"/>
                </a:lnTo>
                <a:lnTo>
                  <a:pt x="314396" y="141393"/>
                </a:lnTo>
                <a:lnTo>
                  <a:pt x="1411" y="136596"/>
                </a:lnTo>
                <a:close/>
              </a:path>
            </a:pathLst>
          </a:custGeom>
          <a:solidFill>
            <a:schemeClr val="dk1"/>
          </a:solidFill>
          <a:ln w="38100" cap="flat" cmpd="sng">
            <a:solidFill>
              <a:schemeClr val="lt1"/>
            </a:solidFill>
            <a:prstDash val="solid"/>
            <a:round/>
            <a:headEnd type="none" w="med" len="med"/>
            <a:tailEnd type="none" w="med" len="med"/>
          </a:ln>
        </p:spPr>
      </p:sp>
      <p:sp>
        <p:nvSpPr>
          <p:cNvPr id="386" name="Google Shape;386;p24"/>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2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87" name="Google Shape;387;p24"/>
          <p:cNvSpPr txBox="1">
            <a:spLocks noGrp="1"/>
          </p:cNvSpPr>
          <p:nvPr>
            <p:ph type="subTitle" idx="1"/>
          </p:nvPr>
        </p:nvSpPr>
        <p:spPr>
          <a:xfrm>
            <a:off x="707827" y="2836263"/>
            <a:ext cx="2533200" cy="274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1900">
                <a:solidFill>
                  <a:schemeClr val="lt1"/>
                </a:solidFill>
                <a:latin typeface="Vollkorn Black"/>
                <a:ea typeface="Vollkorn Black"/>
                <a:cs typeface="Vollkorn Black"/>
                <a:sym typeface="Vollkorn Black"/>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88" name="Google Shape;388;p24"/>
          <p:cNvSpPr txBox="1">
            <a:spLocks noGrp="1"/>
          </p:cNvSpPr>
          <p:nvPr>
            <p:ph type="subTitle" idx="2"/>
          </p:nvPr>
        </p:nvSpPr>
        <p:spPr>
          <a:xfrm>
            <a:off x="707825" y="3234275"/>
            <a:ext cx="2533200" cy="803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89" name="Google Shape;389;p24"/>
          <p:cNvSpPr txBox="1">
            <a:spLocks noGrp="1"/>
          </p:cNvSpPr>
          <p:nvPr>
            <p:ph type="subTitle" idx="3"/>
          </p:nvPr>
        </p:nvSpPr>
        <p:spPr>
          <a:xfrm>
            <a:off x="3305402" y="2836263"/>
            <a:ext cx="2533200" cy="274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1900">
                <a:solidFill>
                  <a:schemeClr val="lt1"/>
                </a:solidFill>
                <a:latin typeface="Vollkorn Black"/>
                <a:ea typeface="Vollkorn Black"/>
                <a:cs typeface="Vollkorn Black"/>
                <a:sym typeface="Vollkorn Black"/>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90" name="Google Shape;390;p24"/>
          <p:cNvSpPr txBox="1">
            <a:spLocks noGrp="1"/>
          </p:cNvSpPr>
          <p:nvPr>
            <p:ph type="subTitle" idx="4"/>
          </p:nvPr>
        </p:nvSpPr>
        <p:spPr>
          <a:xfrm>
            <a:off x="3305400" y="3234275"/>
            <a:ext cx="2533200" cy="803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91" name="Google Shape;391;p24"/>
          <p:cNvSpPr txBox="1">
            <a:spLocks noGrp="1"/>
          </p:cNvSpPr>
          <p:nvPr>
            <p:ph type="subTitle" idx="5"/>
          </p:nvPr>
        </p:nvSpPr>
        <p:spPr>
          <a:xfrm>
            <a:off x="5902975" y="2836275"/>
            <a:ext cx="2533200" cy="274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1900">
                <a:solidFill>
                  <a:schemeClr val="lt1"/>
                </a:solidFill>
                <a:latin typeface="Vollkorn Black"/>
                <a:ea typeface="Vollkorn Black"/>
                <a:cs typeface="Vollkorn Black"/>
                <a:sym typeface="Vollkorn Black"/>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92" name="Google Shape;392;p24"/>
          <p:cNvSpPr txBox="1">
            <a:spLocks noGrp="1"/>
          </p:cNvSpPr>
          <p:nvPr>
            <p:ph type="subTitle" idx="6"/>
          </p:nvPr>
        </p:nvSpPr>
        <p:spPr>
          <a:xfrm>
            <a:off x="5902975" y="3234275"/>
            <a:ext cx="2533200" cy="803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four columns">
  <p:cSld name="CUSTOM_6">
    <p:spTree>
      <p:nvGrpSpPr>
        <p:cNvPr id="1" name="Shape 393"/>
        <p:cNvGrpSpPr/>
        <p:nvPr/>
      </p:nvGrpSpPr>
      <p:grpSpPr>
        <a:xfrm>
          <a:off x="0" y="0"/>
          <a:ext cx="0" cy="0"/>
          <a:chOff x="0" y="0"/>
          <a:chExt cx="0" cy="0"/>
        </a:xfrm>
      </p:grpSpPr>
      <p:grpSp>
        <p:nvGrpSpPr>
          <p:cNvPr id="394" name="Google Shape;394;p25"/>
          <p:cNvGrpSpPr/>
          <p:nvPr/>
        </p:nvGrpSpPr>
        <p:grpSpPr>
          <a:xfrm>
            <a:off x="-3614841" y="-2244893"/>
            <a:ext cx="15584691" cy="9714462"/>
            <a:chOff x="-3614841" y="-2244893"/>
            <a:chExt cx="15584691" cy="9714462"/>
          </a:xfrm>
        </p:grpSpPr>
        <p:sp>
          <p:nvSpPr>
            <p:cNvPr id="395" name="Google Shape;395;p25"/>
            <p:cNvSpPr/>
            <p:nvPr/>
          </p:nvSpPr>
          <p:spPr>
            <a:xfrm rot="10800000">
              <a:off x="-3282434" y="1040513"/>
              <a:ext cx="7376600" cy="3057925"/>
            </a:xfrm>
            <a:custGeom>
              <a:avLst/>
              <a:gdLst/>
              <a:ahLst/>
              <a:cxnLst/>
              <a:rect l="l" t="t" r="r" b="b"/>
              <a:pathLst>
                <a:path w="295064" h="122317" extrusionOk="0">
                  <a:moveTo>
                    <a:pt x="135730" y="13144"/>
                  </a:moveTo>
                  <a:lnTo>
                    <a:pt x="0" y="92006"/>
                  </a:lnTo>
                  <a:lnTo>
                    <a:pt x="295064" y="122317"/>
                  </a:lnTo>
                  <a:lnTo>
                    <a:pt x="209496" y="0"/>
                  </a:lnTo>
                  <a:close/>
                </a:path>
              </a:pathLst>
            </a:custGeom>
            <a:solidFill>
              <a:schemeClr val="dk2"/>
            </a:solidFill>
            <a:ln>
              <a:noFill/>
            </a:ln>
          </p:spPr>
        </p:sp>
        <p:sp>
          <p:nvSpPr>
            <p:cNvPr id="396" name="Google Shape;396;p25"/>
            <p:cNvSpPr/>
            <p:nvPr/>
          </p:nvSpPr>
          <p:spPr>
            <a:xfrm rot="10800000">
              <a:off x="5072700" y="-857198"/>
              <a:ext cx="6377400" cy="3162248"/>
            </a:xfrm>
            <a:custGeom>
              <a:avLst/>
              <a:gdLst/>
              <a:ahLst/>
              <a:cxnLst/>
              <a:rect l="l" t="t" r="r" b="b"/>
              <a:pathLst>
                <a:path w="255096" h="93884" extrusionOk="0">
                  <a:moveTo>
                    <a:pt x="22532" y="26288"/>
                  </a:moveTo>
                  <a:lnTo>
                    <a:pt x="0" y="93884"/>
                  </a:lnTo>
                  <a:lnTo>
                    <a:pt x="255096" y="81277"/>
                  </a:lnTo>
                  <a:lnTo>
                    <a:pt x="190450" y="0"/>
                  </a:lnTo>
                  <a:close/>
                </a:path>
              </a:pathLst>
            </a:custGeom>
            <a:solidFill>
              <a:schemeClr val="accent2"/>
            </a:solidFill>
            <a:ln>
              <a:noFill/>
            </a:ln>
          </p:spPr>
        </p:sp>
        <p:sp>
          <p:nvSpPr>
            <p:cNvPr id="397" name="Google Shape;397;p25"/>
            <p:cNvSpPr/>
            <p:nvPr/>
          </p:nvSpPr>
          <p:spPr>
            <a:xfrm rot="9529261">
              <a:off x="713148" y="-1005752"/>
              <a:ext cx="7535465" cy="3614695"/>
            </a:xfrm>
            <a:custGeom>
              <a:avLst/>
              <a:gdLst/>
              <a:ahLst/>
              <a:cxnLst/>
              <a:rect l="l" t="t" r="r" b="b"/>
              <a:pathLst>
                <a:path w="267167" h="144581" extrusionOk="0">
                  <a:moveTo>
                    <a:pt x="105150" y="0"/>
                  </a:moveTo>
                  <a:lnTo>
                    <a:pt x="0" y="83959"/>
                  </a:lnTo>
                  <a:lnTo>
                    <a:pt x="179989" y="144581"/>
                  </a:lnTo>
                  <a:lnTo>
                    <a:pt x="267167" y="43991"/>
                  </a:lnTo>
                  <a:close/>
                </a:path>
              </a:pathLst>
            </a:custGeom>
            <a:solidFill>
              <a:schemeClr val="accent1"/>
            </a:solidFill>
            <a:ln>
              <a:noFill/>
            </a:ln>
          </p:spPr>
        </p:sp>
        <p:sp>
          <p:nvSpPr>
            <p:cNvPr id="398" name="Google Shape;398;p25"/>
            <p:cNvSpPr/>
            <p:nvPr/>
          </p:nvSpPr>
          <p:spPr>
            <a:xfrm rot="10800000">
              <a:off x="3414966" y="3788988"/>
              <a:ext cx="7376600" cy="3057925"/>
            </a:xfrm>
            <a:custGeom>
              <a:avLst/>
              <a:gdLst/>
              <a:ahLst/>
              <a:cxnLst/>
              <a:rect l="l" t="t" r="r" b="b"/>
              <a:pathLst>
                <a:path w="295064" h="122317" extrusionOk="0">
                  <a:moveTo>
                    <a:pt x="135730" y="13144"/>
                  </a:moveTo>
                  <a:lnTo>
                    <a:pt x="0" y="92006"/>
                  </a:lnTo>
                  <a:lnTo>
                    <a:pt x="295064" y="122317"/>
                  </a:lnTo>
                  <a:lnTo>
                    <a:pt x="209496" y="0"/>
                  </a:lnTo>
                  <a:close/>
                </a:path>
              </a:pathLst>
            </a:custGeom>
            <a:solidFill>
              <a:schemeClr val="dk2"/>
            </a:solidFill>
            <a:ln>
              <a:noFill/>
            </a:ln>
          </p:spPr>
        </p:sp>
        <p:sp>
          <p:nvSpPr>
            <p:cNvPr id="399" name="Google Shape;399;p25"/>
            <p:cNvSpPr/>
            <p:nvPr/>
          </p:nvSpPr>
          <p:spPr>
            <a:xfrm>
              <a:off x="5210225" y="1228600"/>
              <a:ext cx="6759625" cy="3159050"/>
            </a:xfrm>
            <a:custGeom>
              <a:avLst/>
              <a:gdLst/>
              <a:ahLst/>
              <a:cxnLst/>
              <a:rect l="l" t="t" r="r" b="b"/>
              <a:pathLst>
                <a:path w="270385" h="126362" extrusionOk="0">
                  <a:moveTo>
                    <a:pt x="229077" y="126362"/>
                  </a:moveTo>
                  <a:lnTo>
                    <a:pt x="270385" y="86931"/>
                  </a:lnTo>
                  <a:lnTo>
                    <a:pt x="236667" y="0"/>
                  </a:lnTo>
                  <a:lnTo>
                    <a:pt x="0" y="38647"/>
                  </a:lnTo>
                  <a:close/>
                </a:path>
              </a:pathLst>
            </a:custGeom>
            <a:solidFill>
              <a:schemeClr val="accent3"/>
            </a:solidFill>
            <a:ln>
              <a:noFill/>
            </a:ln>
          </p:spPr>
        </p:sp>
        <p:sp>
          <p:nvSpPr>
            <p:cNvPr id="400" name="Google Shape;400;p25"/>
            <p:cNvSpPr/>
            <p:nvPr/>
          </p:nvSpPr>
          <p:spPr>
            <a:xfrm>
              <a:off x="1010725" y="3448050"/>
              <a:ext cx="5666300" cy="3023675"/>
            </a:xfrm>
            <a:custGeom>
              <a:avLst/>
              <a:gdLst/>
              <a:ahLst/>
              <a:cxnLst/>
              <a:rect l="l" t="t" r="r" b="b"/>
              <a:pathLst>
                <a:path w="226652" h="120947" extrusionOk="0">
                  <a:moveTo>
                    <a:pt x="226652" y="9525"/>
                  </a:moveTo>
                  <a:lnTo>
                    <a:pt x="170264" y="0"/>
                  </a:lnTo>
                  <a:lnTo>
                    <a:pt x="75011" y="13734"/>
                  </a:lnTo>
                  <a:lnTo>
                    <a:pt x="0" y="120947"/>
                  </a:lnTo>
                  <a:lnTo>
                    <a:pt x="173873" y="109036"/>
                  </a:lnTo>
                  <a:close/>
                </a:path>
              </a:pathLst>
            </a:custGeom>
            <a:solidFill>
              <a:schemeClr val="accent2"/>
            </a:solidFill>
            <a:ln>
              <a:noFill/>
            </a:ln>
          </p:spPr>
        </p:sp>
        <p:sp>
          <p:nvSpPr>
            <p:cNvPr id="401" name="Google Shape;401;p25"/>
            <p:cNvSpPr/>
            <p:nvPr/>
          </p:nvSpPr>
          <p:spPr>
            <a:xfrm rot="-9131884">
              <a:off x="-3053187" y="2383397"/>
              <a:ext cx="6039861" cy="3902927"/>
            </a:xfrm>
            <a:custGeom>
              <a:avLst/>
              <a:gdLst/>
              <a:ahLst/>
              <a:cxnLst/>
              <a:rect l="l" t="t" r="r" b="b"/>
              <a:pathLst>
                <a:path w="96774" h="129921" extrusionOk="0">
                  <a:moveTo>
                    <a:pt x="38862" y="0"/>
                  </a:moveTo>
                  <a:lnTo>
                    <a:pt x="0" y="42291"/>
                  </a:lnTo>
                  <a:lnTo>
                    <a:pt x="19431" y="129921"/>
                  </a:lnTo>
                  <a:lnTo>
                    <a:pt x="96774" y="25527"/>
                  </a:lnTo>
                  <a:close/>
                </a:path>
              </a:pathLst>
            </a:custGeom>
            <a:solidFill>
              <a:schemeClr val="accent1"/>
            </a:solidFill>
            <a:ln>
              <a:noFill/>
            </a:ln>
          </p:spPr>
        </p:sp>
        <p:sp>
          <p:nvSpPr>
            <p:cNvPr id="402" name="Google Shape;402;p25"/>
            <p:cNvSpPr/>
            <p:nvPr/>
          </p:nvSpPr>
          <p:spPr>
            <a:xfrm>
              <a:off x="6514525" y="3038475"/>
              <a:ext cx="4688725" cy="1581150"/>
            </a:xfrm>
            <a:custGeom>
              <a:avLst/>
              <a:gdLst/>
              <a:ahLst/>
              <a:cxnLst/>
              <a:rect l="l" t="t" r="r" b="b"/>
              <a:pathLst>
                <a:path w="187549" h="63246" extrusionOk="0">
                  <a:moveTo>
                    <a:pt x="187549" y="60045"/>
                  </a:moveTo>
                  <a:lnTo>
                    <a:pt x="176403" y="0"/>
                  </a:lnTo>
                  <a:lnTo>
                    <a:pt x="0" y="4572"/>
                  </a:lnTo>
                  <a:lnTo>
                    <a:pt x="79248" y="63246"/>
                  </a:lnTo>
                  <a:close/>
                </a:path>
              </a:pathLst>
            </a:custGeom>
            <a:solidFill>
              <a:schemeClr val="accent1"/>
            </a:solidFill>
            <a:ln>
              <a:noFill/>
            </a:ln>
          </p:spPr>
        </p:sp>
        <p:sp>
          <p:nvSpPr>
            <p:cNvPr id="403" name="Google Shape;403;p25"/>
            <p:cNvSpPr/>
            <p:nvPr/>
          </p:nvSpPr>
          <p:spPr>
            <a:xfrm>
              <a:off x="-2305000" y="-254100"/>
              <a:ext cx="4984350" cy="2366000"/>
            </a:xfrm>
            <a:custGeom>
              <a:avLst/>
              <a:gdLst/>
              <a:ahLst/>
              <a:cxnLst/>
              <a:rect l="l" t="t" r="r" b="b"/>
              <a:pathLst>
                <a:path w="199374" h="94640" extrusionOk="0">
                  <a:moveTo>
                    <a:pt x="199374" y="1834"/>
                  </a:moveTo>
                  <a:lnTo>
                    <a:pt x="174912" y="94640"/>
                  </a:lnTo>
                  <a:lnTo>
                    <a:pt x="5850" y="74579"/>
                  </a:lnTo>
                  <a:lnTo>
                    <a:pt x="0" y="0"/>
                  </a:lnTo>
                  <a:close/>
                </a:path>
              </a:pathLst>
            </a:custGeom>
            <a:solidFill>
              <a:schemeClr val="accent3"/>
            </a:solidFill>
            <a:ln>
              <a:noFill/>
            </a:ln>
          </p:spPr>
        </p:sp>
      </p:grpSp>
      <p:sp>
        <p:nvSpPr>
          <p:cNvPr id="404" name="Google Shape;404;p25"/>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lvl1pPr lvl="0">
              <a:spcBef>
                <a:spcPts val="0"/>
              </a:spcBef>
              <a:spcAft>
                <a:spcPts val="0"/>
              </a:spcAft>
              <a:buSzPts val="3200"/>
              <a:buNone/>
              <a:defRPr>
                <a:solidFill>
                  <a:schemeClr val="l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405" name="Google Shape;405;p25"/>
          <p:cNvSpPr/>
          <p:nvPr/>
        </p:nvSpPr>
        <p:spPr>
          <a:xfrm rot="10800000" flipH="1">
            <a:off x="619125" y="1200150"/>
            <a:ext cx="7943850" cy="3571875"/>
          </a:xfrm>
          <a:custGeom>
            <a:avLst/>
            <a:gdLst/>
            <a:ahLst/>
            <a:cxnLst/>
            <a:rect l="l" t="t" r="r" b="b"/>
            <a:pathLst>
              <a:path w="317754" h="142875" extrusionOk="0">
                <a:moveTo>
                  <a:pt x="0" y="4191"/>
                </a:moveTo>
                <a:lnTo>
                  <a:pt x="4191" y="142875"/>
                </a:lnTo>
                <a:lnTo>
                  <a:pt x="316611" y="139065"/>
                </a:lnTo>
                <a:lnTo>
                  <a:pt x="317754" y="0"/>
                </a:lnTo>
                <a:close/>
              </a:path>
            </a:pathLst>
          </a:custGeom>
          <a:solidFill>
            <a:schemeClr val="dk1"/>
          </a:solidFill>
          <a:ln w="38100" cap="flat" cmpd="sng">
            <a:solidFill>
              <a:schemeClr val="lt1"/>
            </a:solidFill>
            <a:prstDash val="solid"/>
            <a:round/>
            <a:headEnd type="none" w="med" len="med"/>
            <a:tailEnd type="none" w="med" len="med"/>
          </a:ln>
        </p:spPr>
      </p:sp>
      <p:sp>
        <p:nvSpPr>
          <p:cNvPr id="406" name="Google Shape;406;p25"/>
          <p:cNvSpPr txBox="1">
            <a:spLocks noGrp="1"/>
          </p:cNvSpPr>
          <p:nvPr>
            <p:ph type="subTitle" idx="1"/>
          </p:nvPr>
        </p:nvSpPr>
        <p:spPr>
          <a:xfrm>
            <a:off x="2371211" y="1737295"/>
            <a:ext cx="2193300" cy="368700"/>
          </a:xfrm>
          <a:prstGeom prst="rect">
            <a:avLst/>
          </a:prstGeom>
        </p:spPr>
        <p:txBody>
          <a:bodyPr spcFirstLastPara="1" wrap="square" lIns="91425" tIns="91425" rIns="91425" bIns="91425" anchor="ctr" anchorCtr="0">
            <a:noAutofit/>
          </a:bodyPr>
          <a:lstStyle>
            <a:lvl1pPr lvl="0" rtl="0">
              <a:spcBef>
                <a:spcPts val="0"/>
              </a:spcBef>
              <a:spcAft>
                <a:spcPts val="0"/>
              </a:spcAft>
              <a:buSzPts val="2000"/>
              <a:buNone/>
              <a:defRPr sz="1900">
                <a:solidFill>
                  <a:schemeClr val="lt1"/>
                </a:solidFill>
                <a:latin typeface="Vollkorn Black"/>
                <a:ea typeface="Vollkorn Black"/>
                <a:cs typeface="Vollkorn Black"/>
                <a:sym typeface="Vollkorn Black"/>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07" name="Google Shape;407;p25"/>
          <p:cNvSpPr txBox="1">
            <a:spLocks noGrp="1"/>
          </p:cNvSpPr>
          <p:nvPr>
            <p:ph type="subTitle" idx="2"/>
          </p:nvPr>
        </p:nvSpPr>
        <p:spPr>
          <a:xfrm>
            <a:off x="2370611" y="2170200"/>
            <a:ext cx="2194500" cy="6795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8" name="Google Shape;408;p25"/>
          <p:cNvSpPr txBox="1">
            <a:spLocks noGrp="1"/>
          </p:cNvSpPr>
          <p:nvPr>
            <p:ph type="subTitle" idx="3"/>
          </p:nvPr>
        </p:nvSpPr>
        <p:spPr>
          <a:xfrm>
            <a:off x="2371211" y="3202969"/>
            <a:ext cx="2193300" cy="365700"/>
          </a:xfrm>
          <a:prstGeom prst="rect">
            <a:avLst/>
          </a:prstGeom>
        </p:spPr>
        <p:txBody>
          <a:bodyPr spcFirstLastPara="1" wrap="square" lIns="91425" tIns="91425" rIns="91425" bIns="91425" anchor="ctr" anchorCtr="0">
            <a:noAutofit/>
          </a:bodyPr>
          <a:lstStyle>
            <a:lvl1pPr lvl="0" rtl="0">
              <a:spcBef>
                <a:spcPts val="0"/>
              </a:spcBef>
              <a:spcAft>
                <a:spcPts val="0"/>
              </a:spcAft>
              <a:buSzPts val="2000"/>
              <a:buNone/>
              <a:defRPr sz="1900">
                <a:solidFill>
                  <a:schemeClr val="lt1"/>
                </a:solidFill>
                <a:latin typeface="Vollkorn Black"/>
                <a:ea typeface="Vollkorn Black"/>
                <a:cs typeface="Vollkorn Black"/>
                <a:sym typeface="Vollkorn Black"/>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09" name="Google Shape;409;p25"/>
          <p:cNvSpPr txBox="1">
            <a:spLocks noGrp="1"/>
          </p:cNvSpPr>
          <p:nvPr>
            <p:ph type="subTitle" idx="4"/>
          </p:nvPr>
        </p:nvSpPr>
        <p:spPr>
          <a:xfrm>
            <a:off x="2370611" y="3643745"/>
            <a:ext cx="2194500" cy="6795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10" name="Google Shape;410;p25"/>
          <p:cNvSpPr txBox="1">
            <a:spLocks noGrp="1"/>
          </p:cNvSpPr>
          <p:nvPr>
            <p:ph type="subTitle" idx="5"/>
          </p:nvPr>
        </p:nvSpPr>
        <p:spPr>
          <a:xfrm>
            <a:off x="4581139" y="3202969"/>
            <a:ext cx="2190000" cy="3657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2000"/>
              <a:buNone/>
              <a:defRPr sz="1900">
                <a:solidFill>
                  <a:schemeClr val="lt1"/>
                </a:solidFill>
                <a:latin typeface="Vollkorn Black"/>
                <a:ea typeface="Vollkorn Black"/>
                <a:cs typeface="Vollkorn Black"/>
                <a:sym typeface="Vollkorn Black"/>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11" name="Google Shape;411;p25"/>
          <p:cNvSpPr txBox="1">
            <a:spLocks noGrp="1"/>
          </p:cNvSpPr>
          <p:nvPr>
            <p:ph type="subTitle" idx="6"/>
          </p:nvPr>
        </p:nvSpPr>
        <p:spPr>
          <a:xfrm>
            <a:off x="4578889" y="3643745"/>
            <a:ext cx="2194500" cy="6795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12" name="Google Shape;412;p25"/>
          <p:cNvSpPr txBox="1">
            <a:spLocks noGrp="1"/>
          </p:cNvSpPr>
          <p:nvPr>
            <p:ph type="subTitle" idx="7"/>
          </p:nvPr>
        </p:nvSpPr>
        <p:spPr>
          <a:xfrm>
            <a:off x="4581139" y="1737294"/>
            <a:ext cx="2190000" cy="3657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2000"/>
              <a:buNone/>
              <a:defRPr sz="1900">
                <a:solidFill>
                  <a:schemeClr val="lt1"/>
                </a:solidFill>
                <a:latin typeface="Vollkorn Black"/>
                <a:ea typeface="Vollkorn Black"/>
                <a:cs typeface="Vollkorn Black"/>
                <a:sym typeface="Vollkorn Black"/>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13" name="Google Shape;413;p25"/>
          <p:cNvSpPr txBox="1">
            <a:spLocks noGrp="1"/>
          </p:cNvSpPr>
          <p:nvPr>
            <p:ph type="subTitle" idx="8"/>
          </p:nvPr>
        </p:nvSpPr>
        <p:spPr>
          <a:xfrm>
            <a:off x="4578889" y="2170195"/>
            <a:ext cx="2194500" cy="6795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414"/>
        <p:cNvGrpSpPr/>
        <p:nvPr/>
      </p:nvGrpSpPr>
      <p:grpSpPr>
        <a:xfrm>
          <a:off x="0" y="0"/>
          <a:ext cx="0" cy="0"/>
          <a:chOff x="0" y="0"/>
          <a:chExt cx="0" cy="0"/>
        </a:xfrm>
      </p:grpSpPr>
      <p:grpSp>
        <p:nvGrpSpPr>
          <p:cNvPr id="415" name="Google Shape;415;p26"/>
          <p:cNvGrpSpPr/>
          <p:nvPr/>
        </p:nvGrpSpPr>
        <p:grpSpPr>
          <a:xfrm>
            <a:off x="-3899850" y="-2063880"/>
            <a:ext cx="14910750" cy="8521830"/>
            <a:chOff x="-3899850" y="-2063880"/>
            <a:chExt cx="14910750" cy="8521830"/>
          </a:xfrm>
        </p:grpSpPr>
        <p:sp>
          <p:nvSpPr>
            <p:cNvPr id="416" name="Google Shape;416;p26"/>
            <p:cNvSpPr/>
            <p:nvPr/>
          </p:nvSpPr>
          <p:spPr>
            <a:xfrm>
              <a:off x="3042175" y="2171700"/>
              <a:ext cx="7968725" cy="3543300"/>
            </a:xfrm>
            <a:custGeom>
              <a:avLst/>
              <a:gdLst/>
              <a:ahLst/>
              <a:cxnLst/>
              <a:rect l="l" t="t" r="r" b="b"/>
              <a:pathLst>
                <a:path w="318749" h="141732" extrusionOk="0">
                  <a:moveTo>
                    <a:pt x="301985" y="105156"/>
                  </a:moveTo>
                  <a:lnTo>
                    <a:pt x="318749" y="0"/>
                  </a:lnTo>
                  <a:lnTo>
                    <a:pt x="0" y="67338"/>
                  </a:lnTo>
                  <a:lnTo>
                    <a:pt x="202163" y="141732"/>
                  </a:lnTo>
                  <a:close/>
                </a:path>
              </a:pathLst>
            </a:custGeom>
            <a:solidFill>
              <a:schemeClr val="accent2"/>
            </a:solidFill>
            <a:ln>
              <a:noFill/>
            </a:ln>
          </p:spPr>
        </p:sp>
        <p:sp>
          <p:nvSpPr>
            <p:cNvPr id="417" name="Google Shape;417;p26"/>
            <p:cNvSpPr/>
            <p:nvPr/>
          </p:nvSpPr>
          <p:spPr>
            <a:xfrm rot="10800000">
              <a:off x="-3899850" y="-461910"/>
              <a:ext cx="6377400" cy="3162248"/>
            </a:xfrm>
            <a:custGeom>
              <a:avLst/>
              <a:gdLst/>
              <a:ahLst/>
              <a:cxnLst/>
              <a:rect l="l" t="t" r="r" b="b"/>
              <a:pathLst>
                <a:path w="255096" h="93884" extrusionOk="0">
                  <a:moveTo>
                    <a:pt x="22532" y="26288"/>
                  </a:moveTo>
                  <a:lnTo>
                    <a:pt x="0" y="93884"/>
                  </a:lnTo>
                  <a:lnTo>
                    <a:pt x="255096" y="81277"/>
                  </a:lnTo>
                  <a:lnTo>
                    <a:pt x="190450" y="0"/>
                  </a:lnTo>
                  <a:close/>
                </a:path>
              </a:pathLst>
            </a:custGeom>
            <a:solidFill>
              <a:schemeClr val="dk2"/>
            </a:solidFill>
            <a:ln>
              <a:noFill/>
            </a:ln>
          </p:spPr>
        </p:sp>
        <p:sp>
          <p:nvSpPr>
            <p:cNvPr id="418" name="Google Shape;418;p26"/>
            <p:cNvSpPr/>
            <p:nvPr/>
          </p:nvSpPr>
          <p:spPr>
            <a:xfrm rot="9529261">
              <a:off x="-48852" y="-824740"/>
              <a:ext cx="7535465" cy="3614695"/>
            </a:xfrm>
            <a:custGeom>
              <a:avLst/>
              <a:gdLst/>
              <a:ahLst/>
              <a:cxnLst/>
              <a:rect l="l" t="t" r="r" b="b"/>
              <a:pathLst>
                <a:path w="267167" h="144581" extrusionOk="0">
                  <a:moveTo>
                    <a:pt x="105150" y="0"/>
                  </a:moveTo>
                  <a:lnTo>
                    <a:pt x="0" y="83959"/>
                  </a:lnTo>
                  <a:lnTo>
                    <a:pt x="179989" y="144581"/>
                  </a:lnTo>
                  <a:lnTo>
                    <a:pt x="267167" y="43991"/>
                  </a:lnTo>
                  <a:close/>
                </a:path>
              </a:pathLst>
            </a:custGeom>
            <a:solidFill>
              <a:schemeClr val="accent2"/>
            </a:solidFill>
            <a:ln>
              <a:noFill/>
            </a:ln>
          </p:spPr>
        </p:sp>
        <p:sp>
          <p:nvSpPr>
            <p:cNvPr id="419" name="Google Shape;419;p26"/>
            <p:cNvSpPr/>
            <p:nvPr/>
          </p:nvSpPr>
          <p:spPr>
            <a:xfrm rot="10800000">
              <a:off x="-2357184" y="2262200"/>
              <a:ext cx="7376600" cy="3057925"/>
            </a:xfrm>
            <a:custGeom>
              <a:avLst/>
              <a:gdLst/>
              <a:ahLst/>
              <a:cxnLst/>
              <a:rect l="l" t="t" r="r" b="b"/>
              <a:pathLst>
                <a:path w="295064" h="122317" extrusionOk="0">
                  <a:moveTo>
                    <a:pt x="135730" y="13144"/>
                  </a:moveTo>
                  <a:lnTo>
                    <a:pt x="0" y="92006"/>
                  </a:lnTo>
                  <a:lnTo>
                    <a:pt x="295064" y="122317"/>
                  </a:lnTo>
                  <a:lnTo>
                    <a:pt x="209496" y="0"/>
                  </a:lnTo>
                  <a:close/>
                </a:path>
              </a:pathLst>
            </a:custGeom>
            <a:solidFill>
              <a:schemeClr val="lt2"/>
            </a:solidFill>
            <a:ln>
              <a:noFill/>
            </a:ln>
          </p:spPr>
        </p:sp>
        <p:sp>
          <p:nvSpPr>
            <p:cNvPr id="420" name="Google Shape;420;p26"/>
            <p:cNvSpPr/>
            <p:nvPr/>
          </p:nvSpPr>
          <p:spPr>
            <a:xfrm rot="10800000">
              <a:off x="-3152722" y="1252475"/>
              <a:ext cx="6759625" cy="2803100"/>
            </a:xfrm>
            <a:custGeom>
              <a:avLst/>
              <a:gdLst/>
              <a:ahLst/>
              <a:cxnLst/>
              <a:rect l="l" t="t" r="r" b="b"/>
              <a:pathLst>
                <a:path w="270385" h="112124" extrusionOk="0">
                  <a:moveTo>
                    <a:pt x="41308" y="0"/>
                  </a:moveTo>
                  <a:lnTo>
                    <a:pt x="0" y="39431"/>
                  </a:lnTo>
                  <a:lnTo>
                    <a:pt x="88250" y="112124"/>
                  </a:lnTo>
                  <a:lnTo>
                    <a:pt x="270385" y="87715"/>
                  </a:lnTo>
                  <a:close/>
                </a:path>
              </a:pathLst>
            </a:custGeom>
            <a:solidFill>
              <a:schemeClr val="accent2"/>
            </a:solidFill>
            <a:ln>
              <a:noFill/>
            </a:ln>
          </p:spPr>
        </p:sp>
        <p:sp>
          <p:nvSpPr>
            <p:cNvPr id="421" name="Google Shape;421;p26"/>
            <p:cNvSpPr/>
            <p:nvPr/>
          </p:nvSpPr>
          <p:spPr>
            <a:xfrm>
              <a:off x="210625" y="3096725"/>
              <a:ext cx="7123625" cy="3023675"/>
            </a:xfrm>
            <a:custGeom>
              <a:avLst/>
              <a:gdLst/>
              <a:ahLst/>
              <a:cxnLst/>
              <a:rect l="l" t="t" r="r" b="b"/>
              <a:pathLst>
                <a:path w="284945" h="120947" extrusionOk="0">
                  <a:moveTo>
                    <a:pt x="226652" y="9525"/>
                  </a:moveTo>
                  <a:lnTo>
                    <a:pt x="170264" y="0"/>
                  </a:lnTo>
                  <a:lnTo>
                    <a:pt x="75011" y="13734"/>
                  </a:lnTo>
                  <a:lnTo>
                    <a:pt x="0" y="120947"/>
                  </a:lnTo>
                  <a:lnTo>
                    <a:pt x="284945" y="90253"/>
                  </a:lnTo>
                  <a:close/>
                </a:path>
              </a:pathLst>
            </a:custGeom>
            <a:solidFill>
              <a:schemeClr val="accent3"/>
            </a:solidFill>
            <a:ln>
              <a:noFill/>
            </a:ln>
          </p:spPr>
        </p:sp>
        <p:sp>
          <p:nvSpPr>
            <p:cNvPr id="422" name="Google Shape;422;p26"/>
            <p:cNvSpPr/>
            <p:nvPr/>
          </p:nvSpPr>
          <p:spPr>
            <a:xfrm>
              <a:off x="6915150" y="-553700"/>
              <a:ext cx="2933700" cy="3639800"/>
            </a:xfrm>
            <a:custGeom>
              <a:avLst/>
              <a:gdLst/>
              <a:ahLst/>
              <a:cxnLst/>
              <a:rect l="l" t="t" r="r" b="b"/>
              <a:pathLst>
                <a:path w="117348" h="145592" extrusionOk="0">
                  <a:moveTo>
                    <a:pt x="6979" y="109875"/>
                  </a:moveTo>
                  <a:lnTo>
                    <a:pt x="0" y="145592"/>
                  </a:lnTo>
                  <a:lnTo>
                    <a:pt x="117348" y="122732"/>
                  </a:lnTo>
                  <a:lnTo>
                    <a:pt x="105828" y="0"/>
                  </a:lnTo>
                  <a:close/>
                </a:path>
              </a:pathLst>
            </a:custGeom>
            <a:solidFill>
              <a:schemeClr val="dk2"/>
            </a:solidFill>
            <a:ln>
              <a:noFill/>
            </a:ln>
          </p:spPr>
        </p:sp>
        <p:sp>
          <p:nvSpPr>
            <p:cNvPr id="423" name="Google Shape;423;p26"/>
            <p:cNvSpPr/>
            <p:nvPr/>
          </p:nvSpPr>
          <p:spPr>
            <a:xfrm rot="10800000">
              <a:off x="-1848434" y="4195750"/>
              <a:ext cx="4410075" cy="1733550"/>
            </a:xfrm>
            <a:custGeom>
              <a:avLst/>
              <a:gdLst/>
              <a:ahLst/>
              <a:cxnLst/>
              <a:rect l="l" t="t" r="r" b="b"/>
              <a:pathLst>
                <a:path w="176403" h="69342" extrusionOk="0">
                  <a:moveTo>
                    <a:pt x="60579" y="0"/>
                  </a:moveTo>
                  <a:lnTo>
                    <a:pt x="0" y="69342"/>
                  </a:lnTo>
                  <a:lnTo>
                    <a:pt x="176403" y="64770"/>
                  </a:lnTo>
                  <a:lnTo>
                    <a:pt x="97155" y="6096"/>
                  </a:lnTo>
                  <a:close/>
                </a:path>
              </a:pathLst>
            </a:custGeom>
            <a:solidFill>
              <a:schemeClr val="accent1"/>
            </a:solidFill>
            <a:ln>
              <a:noFill/>
            </a:ln>
          </p:spPr>
        </p:sp>
        <p:sp>
          <p:nvSpPr>
            <p:cNvPr id="424" name="Google Shape;424;p26"/>
            <p:cNvSpPr/>
            <p:nvPr/>
          </p:nvSpPr>
          <p:spPr>
            <a:xfrm rot="10800000">
              <a:off x="4400608" y="-296972"/>
              <a:ext cx="5000565" cy="2559160"/>
            </a:xfrm>
            <a:custGeom>
              <a:avLst/>
              <a:gdLst/>
              <a:ahLst/>
              <a:cxnLst/>
              <a:rect l="l" t="t" r="r" b="b"/>
              <a:pathLst>
                <a:path w="88011" h="60579" extrusionOk="0">
                  <a:moveTo>
                    <a:pt x="0" y="55245"/>
                  </a:moveTo>
                  <a:lnTo>
                    <a:pt x="11049" y="4572"/>
                  </a:lnTo>
                  <a:lnTo>
                    <a:pt x="56007" y="0"/>
                  </a:lnTo>
                  <a:lnTo>
                    <a:pt x="88011" y="60579"/>
                  </a:lnTo>
                  <a:close/>
                </a:path>
              </a:pathLst>
            </a:custGeom>
            <a:solidFill>
              <a:schemeClr val="accent1"/>
            </a:solidFill>
            <a:ln>
              <a:noFill/>
            </a:ln>
          </p:spPr>
        </p:sp>
        <p:sp>
          <p:nvSpPr>
            <p:cNvPr id="425" name="Google Shape;425;p26"/>
            <p:cNvSpPr/>
            <p:nvPr/>
          </p:nvSpPr>
          <p:spPr>
            <a:xfrm>
              <a:off x="4438650" y="3943350"/>
              <a:ext cx="4229100" cy="2514600"/>
            </a:xfrm>
            <a:custGeom>
              <a:avLst/>
              <a:gdLst/>
              <a:ahLst/>
              <a:cxnLst/>
              <a:rect l="l" t="t" r="r" b="b"/>
              <a:pathLst>
                <a:path w="169164" h="100584" extrusionOk="0">
                  <a:moveTo>
                    <a:pt x="32004" y="13716"/>
                  </a:moveTo>
                  <a:lnTo>
                    <a:pt x="0" y="100584"/>
                  </a:lnTo>
                  <a:lnTo>
                    <a:pt x="169164" y="68580"/>
                  </a:lnTo>
                  <a:lnTo>
                    <a:pt x="102108" y="0"/>
                  </a:lnTo>
                  <a:close/>
                </a:path>
              </a:pathLst>
            </a:custGeom>
            <a:solidFill>
              <a:schemeClr val="dk2"/>
            </a:solidFill>
            <a:ln>
              <a:noFill/>
            </a:ln>
          </p:spPr>
        </p:sp>
      </p:grpSp>
      <p:sp>
        <p:nvSpPr>
          <p:cNvPr id="426" name="Google Shape;426;p26"/>
          <p:cNvSpPr txBox="1">
            <a:spLocks noGrp="1"/>
          </p:cNvSpPr>
          <p:nvPr>
            <p:ph type="title"/>
          </p:nvPr>
        </p:nvSpPr>
        <p:spPr>
          <a:xfrm>
            <a:off x="713225" y="521285"/>
            <a:ext cx="7717500" cy="605400"/>
          </a:xfrm>
          <a:prstGeom prst="rect">
            <a:avLst/>
          </a:prstGeom>
          <a:noFill/>
          <a:ln>
            <a:noFill/>
          </a:ln>
        </p:spPr>
        <p:txBody>
          <a:bodyPr spcFirstLastPara="1" wrap="square" lIns="91425" tIns="91425" rIns="91425" bIns="91425" anchor="ctr" anchorCtr="0">
            <a:noAutofit/>
          </a:bodyPr>
          <a:lstStyle>
            <a:lvl1pPr lvl="0" algn="ctr">
              <a:spcBef>
                <a:spcPts val="0"/>
              </a:spcBef>
              <a:spcAft>
                <a:spcPts val="0"/>
              </a:spcAft>
              <a:buSzPts val="3200"/>
              <a:buNone/>
              <a:defRPr>
                <a:solidFill>
                  <a:schemeClr val="l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427" name="Google Shape;427;p26"/>
          <p:cNvSpPr/>
          <p:nvPr/>
        </p:nvSpPr>
        <p:spPr>
          <a:xfrm flipH="1">
            <a:off x="299739" y="1353550"/>
            <a:ext cx="8286636" cy="3423086"/>
          </a:xfrm>
          <a:custGeom>
            <a:avLst/>
            <a:gdLst/>
            <a:ahLst/>
            <a:cxnLst/>
            <a:rect l="l" t="t" r="r" b="b"/>
            <a:pathLst>
              <a:path w="320040" h="169817" extrusionOk="0">
                <a:moveTo>
                  <a:pt x="0" y="0"/>
                </a:moveTo>
                <a:lnTo>
                  <a:pt x="1633" y="167531"/>
                </a:lnTo>
                <a:lnTo>
                  <a:pt x="320040" y="169817"/>
                </a:lnTo>
                <a:lnTo>
                  <a:pt x="310243" y="4246"/>
                </a:lnTo>
                <a:close/>
              </a:path>
            </a:pathLst>
          </a:custGeom>
          <a:solidFill>
            <a:srgbClr val="F3F3F3"/>
          </a:solidFill>
          <a:ln w="38100" cap="flat" cmpd="sng">
            <a:solidFill>
              <a:srgbClr val="ECE6D6"/>
            </a:solidFill>
            <a:prstDash val="solid"/>
            <a:miter lim="8000"/>
            <a:headEnd type="none" w="med" len="med"/>
            <a:tailEnd type="none" w="med" len="med"/>
          </a:ln>
        </p:spPr>
      </p:sp>
      <p:sp>
        <p:nvSpPr>
          <p:cNvPr id="428" name="Google Shape;428;p26"/>
          <p:cNvSpPr txBox="1">
            <a:spLocks noGrp="1"/>
          </p:cNvSpPr>
          <p:nvPr>
            <p:ph type="subTitle" idx="1"/>
          </p:nvPr>
        </p:nvSpPr>
        <p:spPr>
          <a:xfrm>
            <a:off x="1375913" y="1646575"/>
            <a:ext cx="2533200" cy="274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1900">
                <a:solidFill>
                  <a:schemeClr val="lt1"/>
                </a:solidFill>
                <a:latin typeface="Vollkorn Black"/>
                <a:ea typeface="Vollkorn Black"/>
                <a:cs typeface="Vollkorn Black"/>
                <a:sym typeface="Vollkorn Black"/>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29" name="Google Shape;429;p26"/>
          <p:cNvSpPr txBox="1">
            <a:spLocks noGrp="1"/>
          </p:cNvSpPr>
          <p:nvPr>
            <p:ph type="subTitle" idx="2"/>
          </p:nvPr>
        </p:nvSpPr>
        <p:spPr>
          <a:xfrm>
            <a:off x="3954563" y="3172607"/>
            <a:ext cx="3858900" cy="3657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30" name="Google Shape;430;p26"/>
          <p:cNvSpPr txBox="1">
            <a:spLocks noGrp="1"/>
          </p:cNvSpPr>
          <p:nvPr>
            <p:ph type="subTitle" idx="3"/>
          </p:nvPr>
        </p:nvSpPr>
        <p:spPr>
          <a:xfrm>
            <a:off x="1375913" y="2694430"/>
            <a:ext cx="2533200" cy="274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1900">
                <a:solidFill>
                  <a:schemeClr val="lt1"/>
                </a:solidFill>
                <a:latin typeface="Vollkorn Black"/>
                <a:ea typeface="Vollkorn Black"/>
                <a:cs typeface="Vollkorn Black"/>
                <a:sym typeface="Vollkorn Black"/>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31" name="Google Shape;431;p26"/>
          <p:cNvSpPr txBox="1">
            <a:spLocks noGrp="1"/>
          </p:cNvSpPr>
          <p:nvPr>
            <p:ph type="subTitle" idx="4"/>
          </p:nvPr>
        </p:nvSpPr>
        <p:spPr>
          <a:xfrm>
            <a:off x="3954563" y="2648680"/>
            <a:ext cx="3858900" cy="3657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32" name="Google Shape;432;p26"/>
          <p:cNvSpPr txBox="1">
            <a:spLocks noGrp="1"/>
          </p:cNvSpPr>
          <p:nvPr>
            <p:ph type="subTitle" idx="5"/>
          </p:nvPr>
        </p:nvSpPr>
        <p:spPr>
          <a:xfrm>
            <a:off x="1375913" y="4266212"/>
            <a:ext cx="2533200" cy="274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1900">
                <a:solidFill>
                  <a:schemeClr val="lt1"/>
                </a:solidFill>
                <a:latin typeface="Vollkorn Black"/>
                <a:ea typeface="Vollkorn Black"/>
                <a:cs typeface="Vollkorn Black"/>
                <a:sym typeface="Vollkorn Black"/>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33" name="Google Shape;433;p26"/>
          <p:cNvSpPr txBox="1">
            <a:spLocks noGrp="1"/>
          </p:cNvSpPr>
          <p:nvPr>
            <p:ph type="subTitle" idx="6"/>
          </p:nvPr>
        </p:nvSpPr>
        <p:spPr>
          <a:xfrm>
            <a:off x="3954563" y="3696535"/>
            <a:ext cx="3858900" cy="3657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34" name="Google Shape;434;p26"/>
          <p:cNvSpPr txBox="1">
            <a:spLocks noGrp="1"/>
          </p:cNvSpPr>
          <p:nvPr>
            <p:ph type="subTitle" idx="7"/>
          </p:nvPr>
        </p:nvSpPr>
        <p:spPr>
          <a:xfrm>
            <a:off x="1375913" y="2170502"/>
            <a:ext cx="2533200" cy="274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1900">
                <a:solidFill>
                  <a:schemeClr val="lt1"/>
                </a:solidFill>
                <a:latin typeface="Vollkorn Black"/>
                <a:ea typeface="Vollkorn Black"/>
                <a:cs typeface="Vollkorn Black"/>
                <a:sym typeface="Vollkorn Black"/>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35" name="Google Shape;435;p26"/>
          <p:cNvSpPr txBox="1">
            <a:spLocks noGrp="1"/>
          </p:cNvSpPr>
          <p:nvPr>
            <p:ph type="subTitle" idx="8"/>
          </p:nvPr>
        </p:nvSpPr>
        <p:spPr>
          <a:xfrm>
            <a:off x="3954563" y="4220462"/>
            <a:ext cx="3858900" cy="3657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36" name="Google Shape;436;p26"/>
          <p:cNvSpPr txBox="1">
            <a:spLocks noGrp="1"/>
          </p:cNvSpPr>
          <p:nvPr>
            <p:ph type="subTitle" idx="9"/>
          </p:nvPr>
        </p:nvSpPr>
        <p:spPr>
          <a:xfrm>
            <a:off x="1375913" y="3218357"/>
            <a:ext cx="2533200" cy="274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1900">
                <a:solidFill>
                  <a:schemeClr val="lt1"/>
                </a:solidFill>
                <a:latin typeface="Vollkorn Black"/>
                <a:ea typeface="Vollkorn Black"/>
                <a:cs typeface="Vollkorn Black"/>
                <a:sym typeface="Vollkorn Black"/>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37" name="Google Shape;437;p26"/>
          <p:cNvSpPr txBox="1">
            <a:spLocks noGrp="1"/>
          </p:cNvSpPr>
          <p:nvPr>
            <p:ph type="subTitle" idx="13"/>
          </p:nvPr>
        </p:nvSpPr>
        <p:spPr>
          <a:xfrm>
            <a:off x="3954563" y="2124752"/>
            <a:ext cx="3858900" cy="3657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38" name="Google Shape;438;p26"/>
          <p:cNvSpPr txBox="1">
            <a:spLocks noGrp="1"/>
          </p:cNvSpPr>
          <p:nvPr>
            <p:ph type="subTitle" idx="14"/>
          </p:nvPr>
        </p:nvSpPr>
        <p:spPr>
          <a:xfrm>
            <a:off x="1375913" y="3742285"/>
            <a:ext cx="2533200" cy="274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1900">
                <a:solidFill>
                  <a:schemeClr val="lt1"/>
                </a:solidFill>
                <a:latin typeface="Vollkorn Black"/>
                <a:ea typeface="Vollkorn Black"/>
                <a:cs typeface="Vollkorn Black"/>
                <a:sym typeface="Vollkorn Black"/>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39" name="Google Shape;439;p26"/>
          <p:cNvSpPr txBox="1">
            <a:spLocks noGrp="1"/>
          </p:cNvSpPr>
          <p:nvPr>
            <p:ph type="subTitle" idx="15"/>
          </p:nvPr>
        </p:nvSpPr>
        <p:spPr>
          <a:xfrm>
            <a:off x="3954563" y="1600825"/>
            <a:ext cx="3858900" cy="3657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eight columns">
  <p:cSld name="CUSTOM_22">
    <p:spTree>
      <p:nvGrpSpPr>
        <p:cNvPr id="1" name="Shape 440"/>
        <p:cNvGrpSpPr/>
        <p:nvPr/>
      </p:nvGrpSpPr>
      <p:grpSpPr>
        <a:xfrm>
          <a:off x="0" y="0"/>
          <a:ext cx="0" cy="0"/>
          <a:chOff x="0" y="0"/>
          <a:chExt cx="0" cy="0"/>
        </a:xfrm>
      </p:grpSpPr>
      <p:grpSp>
        <p:nvGrpSpPr>
          <p:cNvPr id="441" name="Google Shape;441;p27"/>
          <p:cNvGrpSpPr/>
          <p:nvPr/>
        </p:nvGrpSpPr>
        <p:grpSpPr>
          <a:xfrm rot="10800000" flipH="1">
            <a:off x="-3314700" y="-1185679"/>
            <a:ext cx="15049241" cy="7453129"/>
            <a:chOff x="-3314700" y="-1185679"/>
            <a:chExt cx="15049241" cy="7453129"/>
          </a:xfrm>
        </p:grpSpPr>
        <p:sp>
          <p:nvSpPr>
            <p:cNvPr id="442" name="Google Shape;442;p27"/>
            <p:cNvSpPr/>
            <p:nvPr/>
          </p:nvSpPr>
          <p:spPr>
            <a:xfrm>
              <a:off x="-1970201" y="-1185679"/>
              <a:ext cx="7435945" cy="5321998"/>
            </a:xfrm>
            <a:custGeom>
              <a:avLst/>
              <a:gdLst/>
              <a:ahLst/>
              <a:cxnLst/>
              <a:rect l="l" t="t" r="r" b="b"/>
              <a:pathLst>
                <a:path w="157725" h="107564" extrusionOk="0">
                  <a:moveTo>
                    <a:pt x="3487" y="0"/>
                  </a:moveTo>
                  <a:lnTo>
                    <a:pt x="0" y="69474"/>
                  </a:lnTo>
                  <a:lnTo>
                    <a:pt x="157725" y="107564"/>
                  </a:lnTo>
                  <a:lnTo>
                    <a:pt x="155579" y="21459"/>
                  </a:lnTo>
                  <a:close/>
                </a:path>
              </a:pathLst>
            </a:custGeom>
            <a:solidFill>
              <a:schemeClr val="lt2"/>
            </a:solidFill>
            <a:ln>
              <a:noFill/>
            </a:ln>
          </p:spPr>
        </p:sp>
        <p:sp>
          <p:nvSpPr>
            <p:cNvPr id="443" name="Google Shape;443;p27"/>
            <p:cNvSpPr/>
            <p:nvPr/>
          </p:nvSpPr>
          <p:spPr>
            <a:xfrm>
              <a:off x="-3314700" y="-80475"/>
              <a:ext cx="9524450" cy="3128475"/>
            </a:xfrm>
            <a:custGeom>
              <a:avLst/>
              <a:gdLst/>
              <a:ahLst/>
              <a:cxnLst/>
              <a:rect l="l" t="t" r="r" b="b"/>
              <a:pathLst>
                <a:path w="380978" h="125139" extrusionOk="0">
                  <a:moveTo>
                    <a:pt x="0" y="42843"/>
                  </a:moveTo>
                  <a:lnTo>
                    <a:pt x="75438" y="125139"/>
                  </a:lnTo>
                  <a:lnTo>
                    <a:pt x="380978" y="81277"/>
                  </a:lnTo>
                  <a:lnTo>
                    <a:pt x="316332" y="0"/>
                  </a:lnTo>
                  <a:close/>
                </a:path>
              </a:pathLst>
            </a:custGeom>
            <a:solidFill>
              <a:schemeClr val="accent2"/>
            </a:solidFill>
            <a:ln>
              <a:noFill/>
            </a:ln>
          </p:spPr>
        </p:sp>
        <p:sp>
          <p:nvSpPr>
            <p:cNvPr id="444" name="Google Shape;444;p27"/>
            <p:cNvSpPr/>
            <p:nvPr/>
          </p:nvSpPr>
          <p:spPr>
            <a:xfrm>
              <a:off x="-561975" y="1394850"/>
              <a:ext cx="7435926" cy="3614525"/>
            </a:xfrm>
            <a:custGeom>
              <a:avLst/>
              <a:gdLst/>
              <a:ahLst/>
              <a:cxnLst/>
              <a:rect l="l" t="t" r="r" b="b"/>
              <a:pathLst>
                <a:path w="267167" h="144581" extrusionOk="0">
                  <a:moveTo>
                    <a:pt x="105150" y="0"/>
                  </a:moveTo>
                  <a:lnTo>
                    <a:pt x="0" y="83959"/>
                  </a:lnTo>
                  <a:lnTo>
                    <a:pt x="179989" y="144581"/>
                  </a:lnTo>
                  <a:lnTo>
                    <a:pt x="267167" y="43991"/>
                  </a:lnTo>
                  <a:close/>
                </a:path>
              </a:pathLst>
            </a:custGeom>
            <a:solidFill>
              <a:schemeClr val="accent1"/>
            </a:solidFill>
            <a:ln>
              <a:noFill/>
            </a:ln>
          </p:spPr>
        </p:sp>
        <p:sp>
          <p:nvSpPr>
            <p:cNvPr id="445" name="Google Shape;445;p27"/>
            <p:cNvSpPr/>
            <p:nvPr/>
          </p:nvSpPr>
          <p:spPr>
            <a:xfrm>
              <a:off x="2548275" y="-53650"/>
              <a:ext cx="7376600" cy="3057925"/>
            </a:xfrm>
            <a:custGeom>
              <a:avLst/>
              <a:gdLst/>
              <a:ahLst/>
              <a:cxnLst/>
              <a:rect l="l" t="t" r="r" b="b"/>
              <a:pathLst>
                <a:path w="295064" h="122317" extrusionOk="0">
                  <a:moveTo>
                    <a:pt x="135730" y="13144"/>
                  </a:moveTo>
                  <a:lnTo>
                    <a:pt x="0" y="92006"/>
                  </a:lnTo>
                  <a:lnTo>
                    <a:pt x="295064" y="122317"/>
                  </a:lnTo>
                  <a:lnTo>
                    <a:pt x="209496" y="0"/>
                  </a:lnTo>
                  <a:close/>
                </a:path>
              </a:pathLst>
            </a:custGeom>
            <a:solidFill>
              <a:schemeClr val="dk2"/>
            </a:solidFill>
            <a:ln>
              <a:noFill/>
            </a:ln>
          </p:spPr>
        </p:sp>
        <p:sp>
          <p:nvSpPr>
            <p:cNvPr id="446" name="Google Shape;446;p27"/>
            <p:cNvSpPr/>
            <p:nvPr/>
          </p:nvSpPr>
          <p:spPr>
            <a:xfrm>
              <a:off x="-516350" y="1850850"/>
              <a:ext cx="6759625" cy="2803100"/>
            </a:xfrm>
            <a:custGeom>
              <a:avLst/>
              <a:gdLst/>
              <a:ahLst/>
              <a:cxnLst/>
              <a:rect l="l" t="t" r="r" b="b"/>
              <a:pathLst>
                <a:path w="270385" h="112124" extrusionOk="0">
                  <a:moveTo>
                    <a:pt x="41308" y="0"/>
                  </a:moveTo>
                  <a:lnTo>
                    <a:pt x="0" y="39431"/>
                  </a:lnTo>
                  <a:lnTo>
                    <a:pt x="88250" y="112124"/>
                  </a:lnTo>
                  <a:lnTo>
                    <a:pt x="270385" y="87715"/>
                  </a:lnTo>
                  <a:close/>
                </a:path>
              </a:pathLst>
            </a:custGeom>
            <a:solidFill>
              <a:schemeClr val="accent3"/>
            </a:solidFill>
            <a:ln>
              <a:noFill/>
            </a:ln>
          </p:spPr>
        </p:sp>
        <p:sp>
          <p:nvSpPr>
            <p:cNvPr id="447" name="Google Shape;447;p27"/>
            <p:cNvSpPr/>
            <p:nvPr/>
          </p:nvSpPr>
          <p:spPr>
            <a:xfrm>
              <a:off x="3929725" y="3353000"/>
              <a:ext cx="4526550" cy="1850850"/>
            </a:xfrm>
            <a:custGeom>
              <a:avLst/>
              <a:gdLst/>
              <a:ahLst/>
              <a:cxnLst/>
              <a:rect l="l" t="t" r="r" b="b"/>
              <a:pathLst>
                <a:path w="181062" h="74034" extrusionOk="0">
                  <a:moveTo>
                    <a:pt x="146995" y="0"/>
                  </a:moveTo>
                  <a:lnTo>
                    <a:pt x="0" y="19581"/>
                  </a:lnTo>
                  <a:lnTo>
                    <a:pt x="29238" y="74034"/>
                  </a:lnTo>
                  <a:lnTo>
                    <a:pt x="181062" y="71620"/>
                  </a:lnTo>
                  <a:close/>
                </a:path>
              </a:pathLst>
            </a:custGeom>
            <a:solidFill>
              <a:schemeClr val="lt2"/>
            </a:solidFill>
            <a:ln>
              <a:noFill/>
            </a:ln>
          </p:spPr>
        </p:sp>
        <p:sp>
          <p:nvSpPr>
            <p:cNvPr id="448" name="Google Shape;448;p27"/>
            <p:cNvSpPr/>
            <p:nvPr/>
          </p:nvSpPr>
          <p:spPr>
            <a:xfrm>
              <a:off x="-838200" y="3248025"/>
              <a:ext cx="3581400" cy="2638425"/>
            </a:xfrm>
            <a:custGeom>
              <a:avLst/>
              <a:gdLst/>
              <a:ahLst/>
              <a:cxnLst/>
              <a:rect l="l" t="t" r="r" b="b"/>
              <a:pathLst>
                <a:path w="143256" h="105537" extrusionOk="0">
                  <a:moveTo>
                    <a:pt x="78867" y="4191"/>
                  </a:moveTo>
                  <a:lnTo>
                    <a:pt x="24765" y="0"/>
                  </a:lnTo>
                  <a:lnTo>
                    <a:pt x="0" y="91059"/>
                  </a:lnTo>
                  <a:lnTo>
                    <a:pt x="143256" y="105537"/>
                  </a:lnTo>
                  <a:close/>
                </a:path>
              </a:pathLst>
            </a:custGeom>
            <a:solidFill>
              <a:schemeClr val="dk2"/>
            </a:solidFill>
            <a:ln>
              <a:noFill/>
            </a:ln>
          </p:spPr>
        </p:sp>
        <p:sp>
          <p:nvSpPr>
            <p:cNvPr id="449" name="Google Shape;449;p27"/>
            <p:cNvSpPr/>
            <p:nvPr/>
          </p:nvSpPr>
          <p:spPr>
            <a:xfrm>
              <a:off x="5457825" y="495300"/>
              <a:ext cx="4686300" cy="4733925"/>
            </a:xfrm>
            <a:custGeom>
              <a:avLst/>
              <a:gdLst/>
              <a:ahLst/>
              <a:cxnLst/>
              <a:rect l="l" t="t" r="r" b="b"/>
              <a:pathLst>
                <a:path w="187452" h="189357" extrusionOk="0">
                  <a:moveTo>
                    <a:pt x="187452" y="0"/>
                  </a:moveTo>
                  <a:lnTo>
                    <a:pt x="0" y="104013"/>
                  </a:lnTo>
                  <a:lnTo>
                    <a:pt x="160401" y="189357"/>
                  </a:lnTo>
                  <a:close/>
                </a:path>
              </a:pathLst>
            </a:custGeom>
            <a:solidFill>
              <a:schemeClr val="accent3"/>
            </a:solidFill>
            <a:ln>
              <a:noFill/>
            </a:ln>
          </p:spPr>
        </p:sp>
        <p:sp>
          <p:nvSpPr>
            <p:cNvPr id="450" name="Google Shape;450;p27"/>
            <p:cNvSpPr/>
            <p:nvPr/>
          </p:nvSpPr>
          <p:spPr>
            <a:xfrm>
              <a:off x="3267075" y="-495300"/>
              <a:ext cx="8467466" cy="2486025"/>
            </a:xfrm>
            <a:custGeom>
              <a:avLst/>
              <a:gdLst/>
              <a:ahLst/>
              <a:cxnLst/>
              <a:rect l="l" t="t" r="r" b="b"/>
              <a:pathLst>
                <a:path w="303276" h="99441" extrusionOk="0">
                  <a:moveTo>
                    <a:pt x="0" y="0"/>
                  </a:moveTo>
                  <a:lnTo>
                    <a:pt x="60579" y="49911"/>
                  </a:lnTo>
                  <a:lnTo>
                    <a:pt x="243078" y="99441"/>
                  </a:lnTo>
                  <a:lnTo>
                    <a:pt x="303276" y="66675"/>
                  </a:lnTo>
                  <a:lnTo>
                    <a:pt x="196596" y="1905"/>
                  </a:lnTo>
                  <a:close/>
                </a:path>
              </a:pathLst>
            </a:custGeom>
            <a:solidFill>
              <a:schemeClr val="accent1"/>
            </a:solidFill>
            <a:ln>
              <a:noFill/>
            </a:ln>
          </p:spPr>
        </p:sp>
        <p:sp>
          <p:nvSpPr>
            <p:cNvPr id="451" name="Google Shape;451;p27"/>
            <p:cNvSpPr/>
            <p:nvPr/>
          </p:nvSpPr>
          <p:spPr>
            <a:xfrm>
              <a:off x="685800" y="2190750"/>
              <a:ext cx="9353550" cy="4076700"/>
            </a:xfrm>
            <a:custGeom>
              <a:avLst/>
              <a:gdLst/>
              <a:ahLst/>
              <a:cxnLst/>
              <a:rect l="l" t="t" r="r" b="b"/>
              <a:pathLst>
                <a:path w="374142" h="163068" extrusionOk="0">
                  <a:moveTo>
                    <a:pt x="70104" y="75438"/>
                  </a:moveTo>
                  <a:lnTo>
                    <a:pt x="0" y="107823"/>
                  </a:lnTo>
                  <a:lnTo>
                    <a:pt x="224790" y="163068"/>
                  </a:lnTo>
                  <a:lnTo>
                    <a:pt x="374142" y="144018"/>
                  </a:lnTo>
                  <a:lnTo>
                    <a:pt x="230124" y="0"/>
                  </a:lnTo>
                  <a:close/>
                </a:path>
              </a:pathLst>
            </a:custGeom>
            <a:solidFill>
              <a:schemeClr val="accent2"/>
            </a:solidFill>
            <a:ln>
              <a:noFill/>
            </a:ln>
          </p:spPr>
        </p:sp>
      </p:grpSp>
      <p:sp>
        <p:nvSpPr>
          <p:cNvPr id="452" name="Google Shape;452;p27"/>
          <p:cNvSpPr/>
          <p:nvPr/>
        </p:nvSpPr>
        <p:spPr>
          <a:xfrm>
            <a:off x="536225" y="1270000"/>
            <a:ext cx="8191500" cy="3520725"/>
          </a:xfrm>
          <a:custGeom>
            <a:avLst/>
            <a:gdLst/>
            <a:ahLst/>
            <a:cxnLst/>
            <a:rect l="l" t="t" r="r" b="b"/>
            <a:pathLst>
              <a:path w="327660" h="140829" extrusionOk="0">
                <a:moveTo>
                  <a:pt x="0" y="0"/>
                </a:moveTo>
                <a:lnTo>
                  <a:pt x="5927" y="140829"/>
                </a:lnTo>
                <a:lnTo>
                  <a:pt x="320322" y="138853"/>
                </a:lnTo>
                <a:lnTo>
                  <a:pt x="327660" y="3104"/>
                </a:lnTo>
                <a:close/>
              </a:path>
            </a:pathLst>
          </a:custGeom>
          <a:solidFill>
            <a:schemeClr val="dk1"/>
          </a:solidFill>
          <a:ln w="38100" cap="flat" cmpd="sng">
            <a:solidFill>
              <a:schemeClr val="lt1"/>
            </a:solidFill>
            <a:prstDash val="solid"/>
            <a:round/>
            <a:headEnd type="none" w="med" len="med"/>
            <a:tailEnd type="none" w="med" len="med"/>
          </a:ln>
        </p:spPr>
      </p:sp>
      <p:sp>
        <p:nvSpPr>
          <p:cNvPr id="453" name="Google Shape;453;p27"/>
          <p:cNvSpPr txBox="1">
            <a:spLocks noGrp="1"/>
          </p:cNvSpPr>
          <p:nvPr>
            <p:ph type="subTitle" idx="1"/>
          </p:nvPr>
        </p:nvSpPr>
        <p:spPr>
          <a:xfrm>
            <a:off x="903100" y="1751050"/>
            <a:ext cx="1435500" cy="347400"/>
          </a:xfrm>
          <a:prstGeom prst="rect">
            <a:avLst/>
          </a:prstGeom>
        </p:spPr>
        <p:txBody>
          <a:bodyPr spcFirstLastPara="1" wrap="square" lIns="91425" tIns="91425" rIns="91425" bIns="91425" anchor="ctr" anchorCtr="0">
            <a:noAutofit/>
          </a:bodyPr>
          <a:lstStyle>
            <a:lvl1pPr lvl="0" algn="ctr">
              <a:spcBef>
                <a:spcPts val="0"/>
              </a:spcBef>
              <a:spcAft>
                <a:spcPts val="0"/>
              </a:spcAft>
              <a:buSzPts val="1800"/>
              <a:buFont typeface="Vollkorn Black"/>
              <a:buNone/>
              <a:defRPr sz="1900">
                <a:solidFill>
                  <a:schemeClr val="lt1"/>
                </a:solidFill>
                <a:latin typeface="Vollkorn Black"/>
                <a:ea typeface="Vollkorn Black"/>
                <a:cs typeface="Vollkorn Black"/>
                <a:sym typeface="Vollkorn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4" name="Google Shape;454;p27"/>
          <p:cNvSpPr txBox="1">
            <a:spLocks noGrp="1"/>
          </p:cNvSpPr>
          <p:nvPr>
            <p:ph type="subTitle" idx="2"/>
          </p:nvPr>
        </p:nvSpPr>
        <p:spPr>
          <a:xfrm>
            <a:off x="903100" y="2489450"/>
            <a:ext cx="14355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Font typeface="Vollkorn Black"/>
              <a:buNone/>
              <a:defRPr sz="1900">
                <a:solidFill>
                  <a:schemeClr val="lt1"/>
                </a:solidFill>
                <a:latin typeface="Vollkorn Black"/>
                <a:ea typeface="Vollkorn Black"/>
                <a:cs typeface="Vollkorn Black"/>
                <a:sym typeface="Vollkorn Black"/>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55" name="Google Shape;455;p27"/>
          <p:cNvSpPr txBox="1">
            <a:spLocks noGrp="1"/>
          </p:cNvSpPr>
          <p:nvPr>
            <p:ph type="subTitle" idx="3"/>
          </p:nvPr>
        </p:nvSpPr>
        <p:spPr>
          <a:xfrm>
            <a:off x="903100" y="3227850"/>
            <a:ext cx="14355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Font typeface="Vollkorn Black"/>
              <a:buNone/>
              <a:defRPr sz="1900">
                <a:solidFill>
                  <a:schemeClr val="lt1"/>
                </a:solidFill>
                <a:latin typeface="Vollkorn Black"/>
                <a:ea typeface="Vollkorn Black"/>
                <a:cs typeface="Vollkorn Black"/>
                <a:sym typeface="Vollkorn Black"/>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56" name="Google Shape;456;p27"/>
          <p:cNvSpPr txBox="1">
            <a:spLocks noGrp="1"/>
          </p:cNvSpPr>
          <p:nvPr>
            <p:ph type="subTitle" idx="4"/>
          </p:nvPr>
        </p:nvSpPr>
        <p:spPr>
          <a:xfrm>
            <a:off x="903100" y="3966250"/>
            <a:ext cx="14355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Font typeface="Vollkorn Black"/>
              <a:buNone/>
              <a:defRPr sz="1900">
                <a:solidFill>
                  <a:schemeClr val="lt1"/>
                </a:solidFill>
                <a:latin typeface="Vollkorn Black"/>
                <a:ea typeface="Vollkorn Black"/>
                <a:cs typeface="Vollkorn Black"/>
                <a:sym typeface="Vollkorn Black"/>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57" name="Google Shape;457;p27"/>
          <p:cNvSpPr txBox="1">
            <a:spLocks noGrp="1"/>
          </p:cNvSpPr>
          <p:nvPr>
            <p:ph type="subTitle" idx="5"/>
          </p:nvPr>
        </p:nvSpPr>
        <p:spPr>
          <a:xfrm>
            <a:off x="4664550" y="1751050"/>
            <a:ext cx="14355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Font typeface="Vollkorn Black"/>
              <a:buNone/>
              <a:defRPr sz="1900">
                <a:solidFill>
                  <a:schemeClr val="lt1"/>
                </a:solidFill>
                <a:latin typeface="Vollkorn Black"/>
                <a:ea typeface="Vollkorn Black"/>
                <a:cs typeface="Vollkorn Black"/>
                <a:sym typeface="Vollkorn Black"/>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58" name="Google Shape;458;p27"/>
          <p:cNvSpPr txBox="1">
            <a:spLocks noGrp="1"/>
          </p:cNvSpPr>
          <p:nvPr>
            <p:ph type="subTitle" idx="6"/>
          </p:nvPr>
        </p:nvSpPr>
        <p:spPr>
          <a:xfrm>
            <a:off x="4664550" y="2489450"/>
            <a:ext cx="14355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Font typeface="Vollkorn Black"/>
              <a:buNone/>
              <a:defRPr sz="1900">
                <a:solidFill>
                  <a:schemeClr val="lt1"/>
                </a:solidFill>
                <a:latin typeface="Vollkorn Black"/>
                <a:ea typeface="Vollkorn Black"/>
                <a:cs typeface="Vollkorn Black"/>
                <a:sym typeface="Vollkorn Black"/>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59" name="Google Shape;459;p27"/>
          <p:cNvSpPr txBox="1">
            <a:spLocks noGrp="1"/>
          </p:cNvSpPr>
          <p:nvPr>
            <p:ph type="subTitle" idx="7"/>
          </p:nvPr>
        </p:nvSpPr>
        <p:spPr>
          <a:xfrm>
            <a:off x="4664550" y="3227850"/>
            <a:ext cx="14355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Font typeface="Vollkorn Black"/>
              <a:buNone/>
              <a:defRPr sz="1900">
                <a:solidFill>
                  <a:schemeClr val="lt1"/>
                </a:solidFill>
                <a:latin typeface="Vollkorn Black"/>
                <a:ea typeface="Vollkorn Black"/>
                <a:cs typeface="Vollkorn Black"/>
                <a:sym typeface="Vollkorn Black"/>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60" name="Google Shape;460;p27"/>
          <p:cNvSpPr txBox="1">
            <a:spLocks noGrp="1"/>
          </p:cNvSpPr>
          <p:nvPr>
            <p:ph type="subTitle" idx="8"/>
          </p:nvPr>
        </p:nvSpPr>
        <p:spPr>
          <a:xfrm>
            <a:off x="4664550" y="3966250"/>
            <a:ext cx="14355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Font typeface="Vollkorn Black"/>
              <a:buNone/>
              <a:defRPr sz="1900">
                <a:solidFill>
                  <a:schemeClr val="lt1"/>
                </a:solidFill>
                <a:latin typeface="Vollkorn Black"/>
                <a:ea typeface="Vollkorn Black"/>
                <a:cs typeface="Vollkorn Black"/>
                <a:sym typeface="Vollkorn Black"/>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61" name="Google Shape;461;p27"/>
          <p:cNvSpPr txBox="1">
            <a:spLocks noGrp="1"/>
          </p:cNvSpPr>
          <p:nvPr>
            <p:ph type="subTitle" idx="9"/>
          </p:nvPr>
        </p:nvSpPr>
        <p:spPr>
          <a:xfrm>
            <a:off x="2455200" y="1696150"/>
            <a:ext cx="2103000" cy="4572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a:solidFill>
                  <a:srgbClr val="4B3E59"/>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62" name="Google Shape;462;p27"/>
          <p:cNvSpPr txBox="1">
            <a:spLocks noGrp="1"/>
          </p:cNvSpPr>
          <p:nvPr>
            <p:ph type="subTitle" idx="13"/>
          </p:nvPr>
        </p:nvSpPr>
        <p:spPr>
          <a:xfrm>
            <a:off x="2455200" y="2434550"/>
            <a:ext cx="2103000" cy="4572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a:solidFill>
                  <a:srgbClr val="4B3E59"/>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63" name="Google Shape;463;p27"/>
          <p:cNvSpPr txBox="1">
            <a:spLocks noGrp="1"/>
          </p:cNvSpPr>
          <p:nvPr>
            <p:ph type="subTitle" idx="14"/>
          </p:nvPr>
        </p:nvSpPr>
        <p:spPr>
          <a:xfrm>
            <a:off x="2455650" y="3172950"/>
            <a:ext cx="2103000" cy="4572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a:solidFill>
                  <a:srgbClr val="4B3E59"/>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64" name="Google Shape;464;p27"/>
          <p:cNvSpPr txBox="1">
            <a:spLocks noGrp="1"/>
          </p:cNvSpPr>
          <p:nvPr>
            <p:ph type="subTitle" idx="15"/>
          </p:nvPr>
        </p:nvSpPr>
        <p:spPr>
          <a:xfrm>
            <a:off x="2455650" y="3911350"/>
            <a:ext cx="2103000" cy="4572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a:solidFill>
                  <a:srgbClr val="4B3E59"/>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65" name="Google Shape;465;p27"/>
          <p:cNvSpPr txBox="1">
            <a:spLocks noGrp="1"/>
          </p:cNvSpPr>
          <p:nvPr>
            <p:ph type="subTitle" idx="16"/>
          </p:nvPr>
        </p:nvSpPr>
        <p:spPr>
          <a:xfrm>
            <a:off x="6215508" y="1696150"/>
            <a:ext cx="2103000" cy="4572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a:solidFill>
                  <a:srgbClr val="4B3E59"/>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66" name="Google Shape;466;p27"/>
          <p:cNvSpPr txBox="1">
            <a:spLocks noGrp="1"/>
          </p:cNvSpPr>
          <p:nvPr>
            <p:ph type="subTitle" idx="17"/>
          </p:nvPr>
        </p:nvSpPr>
        <p:spPr>
          <a:xfrm>
            <a:off x="6215508" y="2434550"/>
            <a:ext cx="2103000" cy="4572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67" name="Google Shape;467;p27"/>
          <p:cNvSpPr txBox="1">
            <a:spLocks noGrp="1"/>
          </p:cNvSpPr>
          <p:nvPr>
            <p:ph type="subTitle" idx="18"/>
          </p:nvPr>
        </p:nvSpPr>
        <p:spPr>
          <a:xfrm>
            <a:off x="6215958" y="3172950"/>
            <a:ext cx="2103000" cy="4572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a:solidFill>
                  <a:srgbClr val="4B3E59"/>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68" name="Google Shape;468;p27"/>
          <p:cNvSpPr txBox="1">
            <a:spLocks noGrp="1"/>
          </p:cNvSpPr>
          <p:nvPr>
            <p:ph type="subTitle" idx="19"/>
          </p:nvPr>
        </p:nvSpPr>
        <p:spPr>
          <a:xfrm>
            <a:off x="6215958" y="3911350"/>
            <a:ext cx="2103000" cy="4572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a:solidFill>
                  <a:srgbClr val="4B3E59"/>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only 1">
  <p:cSld name="CUSTOM_8">
    <p:spTree>
      <p:nvGrpSpPr>
        <p:cNvPr id="1" name="Shape 469"/>
        <p:cNvGrpSpPr/>
        <p:nvPr/>
      </p:nvGrpSpPr>
      <p:grpSpPr>
        <a:xfrm>
          <a:off x="0" y="0"/>
          <a:ext cx="0" cy="0"/>
          <a:chOff x="0" y="0"/>
          <a:chExt cx="0" cy="0"/>
        </a:xfrm>
      </p:grpSpPr>
      <p:grpSp>
        <p:nvGrpSpPr>
          <p:cNvPr id="470" name="Google Shape;470;p28"/>
          <p:cNvGrpSpPr/>
          <p:nvPr/>
        </p:nvGrpSpPr>
        <p:grpSpPr>
          <a:xfrm>
            <a:off x="-3614841" y="-2244893"/>
            <a:ext cx="15584691" cy="9714462"/>
            <a:chOff x="-3614841" y="-2244893"/>
            <a:chExt cx="15584691" cy="9714462"/>
          </a:xfrm>
        </p:grpSpPr>
        <p:sp>
          <p:nvSpPr>
            <p:cNvPr id="471" name="Google Shape;471;p28"/>
            <p:cNvSpPr/>
            <p:nvPr/>
          </p:nvSpPr>
          <p:spPr>
            <a:xfrm rot="10800000">
              <a:off x="-3282434" y="1040513"/>
              <a:ext cx="7376600" cy="3057925"/>
            </a:xfrm>
            <a:custGeom>
              <a:avLst/>
              <a:gdLst/>
              <a:ahLst/>
              <a:cxnLst/>
              <a:rect l="l" t="t" r="r" b="b"/>
              <a:pathLst>
                <a:path w="295064" h="122317" extrusionOk="0">
                  <a:moveTo>
                    <a:pt x="135730" y="13144"/>
                  </a:moveTo>
                  <a:lnTo>
                    <a:pt x="0" y="92006"/>
                  </a:lnTo>
                  <a:lnTo>
                    <a:pt x="295064" y="122317"/>
                  </a:lnTo>
                  <a:lnTo>
                    <a:pt x="209496" y="0"/>
                  </a:lnTo>
                  <a:close/>
                </a:path>
              </a:pathLst>
            </a:custGeom>
            <a:solidFill>
              <a:schemeClr val="dk2"/>
            </a:solidFill>
            <a:ln>
              <a:noFill/>
            </a:ln>
          </p:spPr>
        </p:sp>
        <p:sp>
          <p:nvSpPr>
            <p:cNvPr id="472" name="Google Shape;472;p28"/>
            <p:cNvSpPr/>
            <p:nvPr/>
          </p:nvSpPr>
          <p:spPr>
            <a:xfrm rot="10800000">
              <a:off x="5072700" y="-857198"/>
              <a:ext cx="6377400" cy="3162248"/>
            </a:xfrm>
            <a:custGeom>
              <a:avLst/>
              <a:gdLst/>
              <a:ahLst/>
              <a:cxnLst/>
              <a:rect l="l" t="t" r="r" b="b"/>
              <a:pathLst>
                <a:path w="255096" h="93884" extrusionOk="0">
                  <a:moveTo>
                    <a:pt x="22532" y="26288"/>
                  </a:moveTo>
                  <a:lnTo>
                    <a:pt x="0" y="93884"/>
                  </a:lnTo>
                  <a:lnTo>
                    <a:pt x="255096" y="81277"/>
                  </a:lnTo>
                  <a:lnTo>
                    <a:pt x="190450" y="0"/>
                  </a:lnTo>
                  <a:close/>
                </a:path>
              </a:pathLst>
            </a:custGeom>
            <a:solidFill>
              <a:schemeClr val="accent2"/>
            </a:solidFill>
            <a:ln>
              <a:noFill/>
            </a:ln>
          </p:spPr>
        </p:sp>
        <p:sp>
          <p:nvSpPr>
            <p:cNvPr id="473" name="Google Shape;473;p28"/>
            <p:cNvSpPr/>
            <p:nvPr/>
          </p:nvSpPr>
          <p:spPr>
            <a:xfrm rot="9529261">
              <a:off x="713148" y="-1005752"/>
              <a:ext cx="7535465" cy="3614695"/>
            </a:xfrm>
            <a:custGeom>
              <a:avLst/>
              <a:gdLst/>
              <a:ahLst/>
              <a:cxnLst/>
              <a:rect l="l" t="t" r="r" b="b"/>
              <a:pathLst>
                <a:path w="267167" h="144581" extrusionOk="0">
                  <a:moveTo>
                    <a:pt x="105150" y="0"/>
                  </a:moveTo>
                  <a:lnTo>
                    <a:pt x="0" y="83959"/>
                  </a:lnTo>
                  <a:lnTo>
                    <a:pt x="179989" y="144581"/>
                  </a:lnTo>
                  <a:lnTo>
                    <a:pt x="267167" y="43991"/>
                  </a:lnTo>
                  <a:close/>
                </a:path>
              </a:pathLst>
            </a:custGeom>
            <a:solidFill>
              <a:schemeClr val="accent1"/>
            </a:solidFill>
            <a:ln>
              <a:noFill/>
            </a:ln>
          </p:spPr>
        </p:sp>
        <p:sp>
          <p:nvSpPr>
            <p:cNvPr id="474" name="Google Shape;474;p28"/>
            <p:cNvSpPr/>
            <p:nvPr/>
          </p:nvSpPr>
          <p:spPr>
            <a:xfrm rot="10800000">
              <a:off x="3414966" y="3788988"/>
              <a:ext cx="7376600" cy="3057925"/>
            </a:xfrm>
            <a:custGeom>
              <a:avLst/>
              <a:gdLst/>
              <a:ahLst/>
              <a:cxnLst/>
              <a:rect l="l" t="t" r="r" b="b"/>
              <a:pathLst>
                <a:path w="295064" h="122317" extrusionOk="0">
                  <a:moveTo>
                    <a:pt x="135730" y="13144"/>
                  </a:moveTo>
                  <a:lnTo>
                    <a:pt x="0" y="92006"/>
                  </a:lnTo>
                  <a:lnTo>
                    <a:pt x="295064" y="122317"/>
                  </a:lnTo>
                  <a:lnTo>
                    <a:pt x="209496" y="0"/>
                  </a:lnTo>
                  <a:close/>
                </a:path>
              </a:pathLst>
            </a:custGeom>
            <a:solidFill>
              <a:schemeClr val="dk2"/>
            </a:solidFill>
            <a:ln>
              <a:noFill/>
            </a:ln>
          </p:spPr>
        </p:sp>
        <p:sp>
          <p:nvSpPr>
            <p:cNvPr id="475" name="Google Shape;475;p28"/>
            <p:cNvSpPr/>
            <p:nvPr/>
          </p:nvSpPr>
          <p:spPr>
            <a:xfrm>
              <a:off x="5210225" y="1228600"/>
              <a:ext cx="6759625" cy="3159050"/>
            </a:xfrm>
            <a:custGeom>
              <a:avLst/>
              <a:gdLst/>
              <a:ahLst/>
              <a:cxnLst/>
              <a:rect l="l" t="t" r="r" b="b"/>
              <a:pathLst>
                <a:path w="270385" h="126362" extrusionOk="0">
                  <a:moveTo>
                    <a:pt x="229077" y="126362"/>
                  </a:moveTo>
                  <a:lnTo>
                    <a:pt x="270385" y="86931"/>
                  </a:lnTo>
                  <a:lnTo>
                    <a:pt x="236667" y="0"/>
                  </a:lnTo>
                  <a:lnTo>
                    <a:pt x="0" y="38647"/>
                  </a:lnTo>
                  <a:close/>
                </a:path>
              </a:pathLst>
            </a:custGeom>
            <a:solidFill>
              <a:schemeClr val="accent3"/>
            </a:solidFill>
            <a:ln>
              <a:noFill/>
            </a:ln>
          </p:spPr>
        </p:sp>
        <p:sp>
          <p:nvSpPr>
            <p:cNvPr id="476" name="Google Shape;476;p28"/>
            <p:cNvSpPr/>
            <p:nvPr/>
          </p:nvSpPr>
          <p:spPr>
            <a:xfrm>
              <a:off x="1010725" y="3448050"/>
              <a:ext cx="5666300" cy="3023675"/>
            </a:xfrm>
            <a:custGeom>
              <a:avLst/>
              <a:gdLst/>
              <a:ahLst/>
              <a:cxnLst/>
              <a:rect l="l" t="t" r="r" b="b"/>
              <a:pathLst>
                <a:path w="226652" h="120947" extrusionOk="0">
                  <a:moveTo>
                    <a:pt x="226652" y="9525"/>
                  </a:moveTo>
                  <a:lnTo>
                    <a:pt x="170264" y="0"/>
                  </a:lnTo>
                  <a:lnTo>
                    <a:pt x="75011" y="13734"/>
                  </a:lnTo>
                  <a:lnTo>
                    <a:pt x="0" y="120947"/>
                  </a:lnTo>
                  <a:lnTo>
                    <a:pt x="173873" y="109036"/>
                  </a:lnTo>
                  <a:close/>
                </a:path>
              </a:pathLst>
            </a:custGeom>
            <a:solidFill>
              <a:schemeClr val="accent2"/>
            </a:solidFill>
            <a:ln>
              <a:noFill/>
            </a:ln>
          </p:spPr>
        </p:sp>
        <p:sp>
          <p:nvSpPr>
            <p:cNvPr id="477" name="Google Shape;477;p28"/>
            <p:cNvSpPr/>
            <p:nvPr/>
          </p:nvSpPr>
          <p:spPr>
            <a:xfrm rot="-9131884">
              <a:off x="-3053187" y="2383397"/>
              <a:ext cx="6039861" cy="3902927"/>
            </a:xfrm>
            <a:custGeom>
              <a:avLst/>
              <a:gdLst/>
              <a:ahLst/>
              <a:cxnLst/>
              <a:rect l="l" t="t" r="r" b="b"/>
              <a:pathLst>
                <a:path w="96774" h="129921" extrusionOk="0">
                  <a:moveTo>
                    <a:pt x="38862" y="0"/>
                  </a:moveTo>
                  <a:lnTo>
                    <a:pt x="0" y="42291"/>
                  </a:lnTo>
                  <a:lnTo>
                    <a:pt x="19431" y="129921"/>
                  </a:lnTo>
                  <a:lnTo>
                    <a:pt x="96774" y="25527"/>
                  </a:lnTo>
                  <a:close/>
                </a:path>
              </a:pathLst>
            </a:custGeom>
            <a:solidFill>
              <a:schemeClr val="accent1"/>
            </a:solidFill>
            <a:ln>
              <a:noFill/>
            </a:ln>
          </p:spPr>
        </p:sp>
        <p:sp>
          <p:nvSpPr>
            <p:cNvPr id="478" name="Google Shape;478;p28"/>
            <p:cNvSpPr/>
            <p:nvPr/>
          </p:nvSpPr>
          <p:spPr>
            <a:xfrm>
              <a:off x="6514525" y="3038475"/>
              <a:ext cx="4688725" cy="1581150"/>
            </a:xfrm>
            <a:custGeom>
              <a:avLst/>
              <a:gdLst/>
              <a:ahLst/>
              <a:cxnLst/>
              <a:rect l="l" t="t" r="r" b="b"/>
              <a:pathLst>
                <a:path w="187549" h="63246" extrusionOk="0">
                  <a:moveTo>
                    <a:pt x="187549" y="60045"/>
                  </a:moveTo>
                  <a:lnTo>
                    <a:pt x="176403" y="0"/>
                  </a:lnTo>
                  <a:lnTo>
                    <a:pt x="0" y="4572"/>
                  </a:lnTo>
                  <a:lnTo>
                    <a:pt x="79248" y="63246"/>
                  </a:lnTo>
                  <a:close/>
                </a:path>
              </a:pathLst>
            </a:custGeom>
            <a:solidFill>
              <a:schemeClr val="accent1"/>
            </a:solidFill>
            <a:ln>
              <a:noFill/>
            </a:ln>
          </p:spPr>
        </p:sp>
        <p:sp>
          <p:nvSpPr>
            <p:cNvPr id="479" name="Google Shape;479;p28"/>
            <p:cNvSpPr/>
            <p:nvPr/>
          </p:nvSpPr>
          <p:spPr>
            <a:xfrm>
              <a:off x="-2305000" y="-254100"/>
              <a:ext cx="4984350" cy="2366000"/>
            </a:xfrm>
            <a:custGeom>
              <a:avLst/>
              <a:gdLst/>
              <a:ahLst/>
              <a:cxnLst/>
              <a:rect l="l" t="t" r="r" b="b"/>
              <a:pathLst>
                <a:path w="199374" h="94640" extrusionOk="0">
                  <a:moveTo>
                    <a:pt x="199374" y="1834"/>
                  </a:moveTo>
                  <a:lnTo>
                    <a:pt x="174912" y="94640"/>
                  </a:lnTo>
                  <a:lnTo>
                    <a:pt x="5850" y="74579"/>
                  </a:lnTo>
                  <a:lnTo>
                    <a:pt x="0" y="0"/>
                  </a:lnTo>
                  <a:close/>
                </a:path>
              </a:pathLst>
            </a:custGeom>
            <a:solidFill>
              <a:schemeClr val="accent3"/>
            </a:solidFill>
            <a:ln>
              <a:noFill/>
            </a:ln>
          </p:spPr>
        </p:sp>
      </p:grpSp>
      <p:sp>
        <p:nvSpPr>
          <p:cNvPr id="480" name="Google Shape;480;p28"/>
          <p:cNvSpPr/>
          <p:nvPr/>
        </p:nvSpPr>
        <p:spPr>
          <a:xfrm rot="10800000" flipH="1">
            <a:off x="619125" y="1200150"/>
            <a:ext cx="7943850" cy="3571875"/>
          </a:xfrm>
          <a:custGeom>
            <a:avLst/>
            <a:gdLst/>
            <a:ahLst/>
            <a:cxnLst/>
            <a:rect l="l" t="t" r="r" b="b"/>
            <a:pathLst>
              <a:path w="317754" h="142875" extrusionOk="0">
                <a:moveTo>
                  <a:pt x="0" y="4191"/>
                </a:moveTo>
                <a:lnTo>
                  <a:pt x="4191" y="142875"/>
                </a:lnTo>
                <a:lnTo>
                  <a:pt x="316611" y="139065"/>
                </a:lnTo>
                <a:lnTo>
                  <a:pt x="317754" y="0"/>
                </a:lnTo>
                <a:close/>
              </a:path>
            </a:pathLst>
          </a:custGeom>
          <a:solidFill>
            <a:schemeClr val="dk1"/>
          </a:solidFill>
          <a:ln w="38100" cap="flat" cmpd="sng">
            <a:solidFill>
              <a:schemeClr val="lt1"/>
            </a:solidFill>
            <a:prstDash val="solid"/>
            <a:round/>
            <a:headEnd type="none" w="med" len="med"/>
            <a:tailEnd type="none" w="med" len="med"/>
          </a:ln>
        </p:spPr>
      </p:sp>
      <p:sp>
        <p:nvSpPr>
          <p:cNvPr id="481" name="Google Shape;481;p28"/>
          <p:cNvSpPr txBox="1">
            <a:spLocks noGrp="1"/>
          </p:cNvSpPr>
          <p:nvPr>
            <p:ph type="title"/>
          </p:nvPr>
        </p:nvSpPr>
        <p:spPr>
          <a:xfrm>
            <a:off x="713225" y="540019"/>
            <a:ext cx="7717500" cy="572700"/>
          </a:xfrm>
          <a:prstGeom prst="rect">
            <a:avLst/>
          </a:prstGeom>
          <a:noFill/>
          <a:ln>
            <a:noFill/>
          </a:ln>
        </p:spPr>
        <p:txBody>
          <a:bodyPr spcFirstLastPara="1" wrap="square" lIns="91425" tIns="91425" rIns="91425" bIns="91425" anchor="ctr" anchorCtr="0">
            <a:noAutofit/>
          </a:bodyPr>
          <a:lstStyle>
            <a:lvl1pPr lvl="0" algn="ctr">
              <a:spcBef>
                <a:spcPts val="0"/>
              </a:spcBef>
              <a:spcAft>
                <a:spcPts val="0"/>
              </a:spcAft>
              <a:buClr>
                <a:schemeClr val="lt1"/>
              </a:buClr>
              <a:buSzPts val="3200"/>
              <a:buNone/>
              <a:defRPr>
                <a:solidFill>
                  <a:schemeClr val="l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2">
  <p:cSld name="CUSTOM_19">
    <p:spTree>
      <p:nvGrpSpPr>
        <p:cNvPr id="1" name="Shape 482"/>
        <p:cNvGrpSpPr/>
        <p:nvPr/>
      </p:nvGrpSpPr>
      <p:grpSpPr>
        <a:xfrm>
          <a:off x="0" y="0"/>
          <a:ext cx="0" cy="0"/>
          <a:chOff x="0" y="0"/>
          <a:chExt cx="0" cy="0"/>
        </a:xfrm>
      </p:grpSpPr>
      <p:grpSp>
        <p:nvGrpSpPr>
          <p:cNvPr id="483" name="Google Shape;483;p29"/>
          <p:cNvGrpSpPr/>
          <p:nvPr/>
        </p:nvGrpSpPr>
        <p:grpSpPr>
          <a:xfrm>
            <a:off x="-1028700" y="-838200"/>
            <a:ext cx="11849100" cy="6772275"/>
            <a:chOff x="-1028700" y="-838200"/>
            <a:chExt cx="11849100" cy="6772275"/>
          </a:xfrm>
        </p:grpSpPr>
        <p:sp>
          <p:nvSpPr>
            <p:cNvPr id="484" name="Google Shape;484;p29"/>
            <p:cNvSpPr/>
            <p:nvPr/>
          </p:nvSpPr>
          <p:spPr>
            <a:xfrm>
              <a:off x="-1028700" y="-504825"/>
              <a:ext cx="4181475" cy="2124075"/>
            </a:xfrm>
            <a:custGeom>
              <a:avLst/>
              <a:gdLst/>
              <a:ahLst/>
              <a:cxnLst/>
              <a:rect l="l" t="t" r="r" b="b"/>
              <a:pathLst>
                <a:path w="167259" h="84963" extrusionOk="0">
                  <a:moveTo>
                    <a:pt x="9144" y="0"/>
                  </a:moveTo>
                  <a:lnTo>
                    <a:pt x="0" y="75057"/>
                  </a:lnTo>
                  <a:lnTo>
                    <a:pt x="151638" y="84963"/>
                  </a:lnTo>
                  <a:lnTo>
                    <a:pt x="167259" y="1524"/>
                  </a:lnTo>
                  <a:close/>
                </a:path>
              </a:pathLst>
            </a:custGeom>
            <a:solidFill>
              <a:schemeClr val="lt2"/>
            </a:solidFill>
            <a:ln>
              <a:noFill/>
            </a:ln>
          </p:spPr>
        </p:sp>
        <p:sp>
          <p:nvSpPr>
            <p:cNvPr id="485" name="Google Shape;485;p29"/>
            <p:cNvSpPr/>
            <p:nvPr/>
          </p:nvSpPr>
          <p:spPr>
            <a:xfrm>
              <a:off x="2524125" y="-333375"/>
              <a:ext cx="4114800" cy="2895600"/>
            </a:xfrm>
            <a:custGeom>
              <a:avLst/>
              <a:gdLst/>
              <a:ahLst/>
              <a:cxnLst/>
              <a:rect l="l" t="t" r="r" b="b"/>
              <a:pathLst>
                <a:path w="164592" h="115824" extrusionOk="0">
                  <a:moveTo>
                    <a:pt x="0" y="3048"/>
                  </a:moveTo>
                  <a:lnTo>
                    <a:pt x="164592" y="0"/>
                  </a:lnTo>
                  <a:lnTo>
                    <a:pt x="117348" y="115824"/>
                  </a:lnTo>
                  <a:lnTo>
                    <a:pt x="8763" y="113919"/>
                  </a:lnTo>
                  <a:close/>
                </a:path>
              </a:pathLst>
            </a:custGeom>
            <a:solidFill>
              <a:schemeClr val="dk2"/>
            </a:solidFill>
            <a:ln>
              <a:noFill/>
            </a:ln>
          </p:spPr>
        </p:sp>
        <p:sp>
          <p:nvSpPr>
            <p:cNvPr id="486" name="Google Shape;486;p29"/>
            <p:cNvSpPr/>
            <p:nvPr/>
          </p:nvSpPr>
          <p:spPr>
            <a:xfrm>
              <a:off x="5000625" y="-838200"/>
              <a:ext cx="3638550" cy="3895725"/>
            </a:xfrm>
            <a:custGeom>
              <a:avLst/>
              <a:gdLst/>
              <a:ahLst/>
              <a:cxnLst/>
              <a:rect l="l" t="t" r="r" b="b"/>
              <a:pathLst>
                <a:path w="145542" h="155829" extrusionOk="0">
                  <a:moveTo>
                    <a:pt x="34671" y="0"/>
                  </a:moveTo>
                  <a:lnTo>
                    <a:pt x="0" y="124587"/>
                  </a:lnTo>
                  <a:lnTo>
                    <a:pt x="129921" y="155829"/>
                  </a:lnTo>
                  <a:lnTo>
                    <a:pt x="145542" y="12573"/>
                  </a:lnTo>
                  <a:close/>
                </a:path>
              </a:pathLst>
            </a:custGeom>
            <a:solidFill>
              <a:schemeClr val="accent1"/>
            </a:solidFill>
            <a:ln>
              <a:noFill/>
            </a:ln>
          </p:spPr>
        </p:sp>
        <p:sp>
          <p:nvSpPr>
            <p:cNvPr id="487" name="Google Shape;487;p29"/>
            <p:cNvSpPr/>
            <p:nvPr/>
          </p:nvSpPr>
          <p:spPr>
            <a:xfrm>
              <a:off x="7896225" y="-400050"/>
              <a:ext cx="2924175" cy="2105025"/>
            </a:xfrm>
            <a:custGeom>
              <a:avLst/>
              <a:gdLst/>
              <a:ahLst/>
              <a:cxnLst/>
              <a:rect l="l" t="t" r="r" b="b"/>
              <a:pathLst>
                <a:path w="116967" h="84201" extrusionOk="0">
                  <a:moveTo>
                    <a:pt x="0" y="10668"/>
                  </a:moveTo>
                  <a:lnTo>
                    <a:pt x="22479" y="72390"/>
                  </a:lnTo>
                  <a:lnTo>
                    <a:pt x="116967" y="84201"/>
                  </a:lnTo>
                  <a:lnTo>
                    <a:pt x="79629" y="0"/>
                  </a:lnTo>
                  <a:close/>
                </a:path>
              </a:pathLst>
            </a:custGeom>
            <a:solidFill>
              <a:schemeClr val="accent2"/>
            </a:solidFill>
            <a:ln>
              <a:noFill/>
            </a:ln>
          </p:spPr>
        </p:sp>
        <p:sp>
          <p:nvSpPr>
            <p:cNvPr id="488" name="Google Shape;488;p29"/>
            <p:cNvSpPr/>
            <p:nvPr/>
          </p:nvSpPr>
          <p:spPr>
            <a:xfrm>
              <a:off x="7058025" y="828675"/>
              <a:ext cx="3638550" cy="3448050"/>
            </a:xfrm>
            <a:custGeom>
              <a:avLst/>
              <a:gdLst/>
              <a:ahLst/>
              <a:cxnLst/>
              <a:rect l="l" t="t" r="r" b="b"/>
              <a:pathLst>
                <a:path w="145542" h="137922" extrusionOk="0">
                  <a:moveTo>
                    <a:pt x="60198" y="0"/>
                  </a:moveTo>
                  <a:lnTo>
                    <a:pt x="0" y="38862"/>
                  </a:lnTo>
                  <a:lnTo>
                    <a:pt x="41529" y="124968"/>
                  </a:lnTo>
                  <a:lnTo>
                    <a:pt x="145542" y="137922"/>
                  </a:lnTo>
                  <a:lnTo>
                    <a:pt x="117729" y="9525"/>
                  </a:lnTo>
                  <a:close/>
                </a:path>
              </a:pathLst>
            </a:custGeom>
            <a:solidFill>
              <a:schemeClr val="dk2"/>
            </a:solidFill>
            <a:ln>
              <a:noFill/>
            </a:ln>
          </p:spPr>
        </p:sp>
        <p:sp>
          <p:nvSpPr>
            <p:cNvPr id="489" name="Google Shape;489;p29"/>
            <p:cNvSpPr/>
            <p:nvPr/>
          </p:nvSpPr>
          <p:spPr>
            <a:xfrm>
              <a:off x="5267325" y="1209675"/>
              <a:ext cx="4838700" cy="4591150"/>
            </a:xfrm>
            <a:custGeom>
              <a:avLst/>
              <a:gdLst/>
              <a:ahLst/>
              <a:cxnLst/>
              <a:rect l="l" t="t" r="r" b="b"/>
              <a:pathLst>
                <a:path w="193548" h="183646" extrusionOk="0">
                  <a:moveTo>
                    <a:pt x="180975" y="98679"/>
                  </a:moveTo>
                  <a:lnTo>
                    <a:pt x="0" y="0"/>
                  </a:lnTo>
                  <a:lnTo>
                    <a:pt x="24003" y="160819"/>
                  </a:lnTo>
                  <a:lnTo>
                    <a:pt x="193548" y="183646"/>
                  </a:lnTo>
                  <a:close/>
                </a:path>
              </a:pathLst>
            </a:custGeom>
            <a:solidFill>
              <a:schemeClr val="accent3"/>
            </a:solidFill>
            <a:ln>
              <a:noFill/>
            </a:ln>
          </p:spPr>
        </p:sp>
        <p:sp>
          <p:nvSpPr>
            <p:cNvPr id="490" name="Google Shape;490;p29"/>
            <p:cNvSpPr/>
            <p:nvPr/>
          </p:nvSpPr>
          <p:spPr>
            <a:xfrm>
              <a:off x="2971800" y="1743075"/>
              <a:ext cx="3609975" cy="4191000"/>
            </a:xfrm>
            <a:custGeom>
              <a:avLst/>
              <a:gdLst/>
              <a:ahLst/>
              <a:cxnLst/>
              <a:rect l="l" t="t" r="r" b="b"/>
              <a:pathLst>
                <a:path w="144399" h="167640" extrusionOk="0">
                  <a:moveTo>
                    <a:pt x="135636" y="0"/>
                  </a:moveTo>
                  <a:lnTo>
                    <a:pt x="0" y="118872"/>
                  </a:lnTo>
                  <a:lnTo>
                    <a:pt x="24003" y="167640"/>
                  </a:lnTo>
                  <a:lnTo>
                    <a:pt x="144399" y="167640"/>
                  </a:lnTo>
                  <a:close/>
                </a:path>
              </a:pathLst>
            </a:custGeom>
            <a:solidFill>
              <a:schemeClr val="lt2"/>
            </a:solidFill>
            <a:ln>
              <a:noFill/>
            </a:ln>
          </p:spPr>
        </p:sp>
        <p:sp>
          <p:nvSpPr>
            <p:cNvPr id="491" name="Google Shape;491;p29"/>
            <p:cNvSpPr/>
            <p:nvPr/>
          </p:nvSpPr>
          <p:spPr>
            <a:xfrm>
              <a:off x="-428625" y="895350"/>
              <a:ext cx="4562475" cy="3048000"/>
            </a:xfrm>
            <a:custGeom>
              <a:avLst/>
              <a:gdLst/>
              <a:ahLst/>
              <a:cxnLst/>
              <a:rect l="l" t="t" r="r" b="b"/>
              <a:pathLst>
                <a:path w="182499" h="121920" extrusionOk="0">
                  <a:moveTo>
                    <a:pt x="7620" y="0"/>
                  </a:moveTo>
                  <a:lnTo>
                    <a:pt x="0" y="67437"/>
                  </a:lnTo>
                  <a:lnTo>
                    <a:pt x="182499" y="121920"/>
                  </a:lnTo>
                  <a:lnTo>
                    <a:pt x="180975" y="20955"/>
                  </a:lnTo>
                  <a:close/>
                </a:path>
              </a:pathLst>
            </a:custGeom>
            <a:solidFill>
              <a:schemeClr val="accent2"/>
            </a:solidFill>
            <a:ln>
              <a:noFill/>
            </a:ln>
          </p:spPr>
        </p:sp>
        <p:sp>
          <p:nvSpPr>
            <p:cNvPr id="492" name="Google Shape;492;p29"/>
            <p:cNvSpPr/>
            <p:nvPr/>
          </p:nvSpPr>
          <p:spPr>
            <a:xfrm>
              <a:off x="-514350" y="2324100"/>
              <a:ext cx="5419725" cy="3505200"/>
            </a:xfrm>
            <a:custGeom>
              <a:avLst/>
              <a:gdLst/>
              <a:ahLst/>
              <a:cxnLst/>
              <a:rect l="l" t="t" r="r" b="b"/>
              <a:pathLst>
                <a:path w="216789" h="140208" extrusionOk="0">
                  <a:moveTo>
                    <a:pt x="22098" y="0"/>
                  </a:moveTo>
                  <a:lnTo>
                    <a:pt x="0" y="110109"/>
                  </a:lnTo>
                  <a:lnTo>
                    <a:pt x="92583" y="140208"/>
                  </a:lnTo>
                  <a:lnTo>
                    <a:pt x="216789" y="36957"/>
                  </a:lnTo>
                  <a:close/>
                </a:path>
              </a:pathLst>
            </a:custGeom>
            <a:solidFill>
              <a:schemeClr val="accent3"/>
            </a:solidFill>
            <a:ln>
              <a:noFill/>
            </a:ln>
          </p:spPr>
        </p:sp>
        <p:sp>
          <p:nvSpPr>
            <p:cNvPr id="493" name="Google Shape;493;p29"/>
            <p:cNvSpPr/>
            <p:nvPr/>
          </p:nvSpPr>
          <p:spPr>
            <a:xfrm>
              <a:off x="857250" y="3152775"/>
              <a:ext cx="4486275" cy="2590800"/>
            </a:xfrm>
            <a:custGeom>
              <a:avLst/>
              <a:gdLst/>
              <a:ahLst/>
              <a:cxnLst/>
              <a:rect l="l" t="t" r="r" b="b"/>
              <a:pathLst>
                <a:path w="179451" h="103632" extrusionOk="0">
                  <a:moveTo>
                    <a:pt x="28575" y="45720"/>
                  </a:moveTo>
                  <a:lnTo>
                    <a:pt x="0" y="103632"/>
                  </a:lnTo>
                  <a:lnTo>
                    <a:pt x="140208" y="96393"/>
                  </a:lnTo>
                  <a:lnTo>
                    <a:pt x="179451" y="0"/>
                  </a:lnTo>
                  <a:close/>
                </a:path>
              </a:pathLst>
            </a:custGeom>
            <a:solidFill>
              <a:schemeClr val="accent1"/>
            </a:solidFill>
            <a:ln>
              <a:noFill/>
            </a:ln>
          </p:spPr>
        </p:sp>
      </p:grpSp>
      <p:sp>
        <p:nvSpPr>
          <p:cNvPr id="494" name="Google Shape;494;p29"/>
          <p:cNvSpPr txBox="1">
            <a:spLocks noGrp="1"/>
          </p:cNvSpPr>
          <p:nvPr>
            <p:ph type="title"/>
          </p:nvPr>
        </p:nvSpPr>
        <p:spPr>
          <a:xfrm>
            <a:off x="713225" y="540019"/>
            <a:ext cx="7717500" cy="5727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Clr>
                <a:schemeClr val="lt1"/>
              </a:buClr>
              <a:buSzPts val="32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95" name="Google Shape;495;p29"/>
          <p:cNvSpPr/>
          <p:nvPr/>
        </p:nvSpPr>
        <p:spPr>
          <a:xfrm>
            <a:off x="476250" y="1104900"/>
            <a:ext cx="8153400" cy="3686175"/>
          </a:xfrm>
          <a:custGeom>
            <a:avLst/>
            <a:gdLst/>
            <a:ahLst/>
            <a:cxnLst/>
            <a:rect l="l" t="t" r="r" b="b"/>
            <a:pathLst>
              <a:path w="326136" h="147447" extrusionOk="0">
                <a:moveTo>
                  <a:pt x="0" y="12192"/>
                </a:moveTo>
                <a:lnTo>
                  <a:pt x="4953" y="147447"/>
                </a:lnTo>
                <a:lnTo>
                  <a:pt x="326136" y="144780"/>
                </a:lnTo>
                <a:lnTo>
                  <a:pt x="324231" y="0"/>
                </a:lnTo>
                <a:close/>
              </a:path>
            </a:pathLst>
          </a:custGeom>
          <a:solidFill>
            <a:schemeClr val="dk1"/>
          </a:solidFill>
          <a:ln w="38100" cap="flat" cmpd="sng">
            <a:solidFill>
              <a:schemeClr val="lt1"/>
            </a:solidFill>
            <a:prstDash val="solid"/>
            <a:round/>
            <a:headEnd type="none" w="med" len="med"/>
            <a:tailEnd type="none" w="med" len="med"/>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only 3">
  <p:cSld name="CUSTOM_21">
    <p:spTree>
      <p:nvGrpSpPr>
        <p:cNvPr id="1" name="Shape 496"/>
        <p:cNvGrpSpPr/>
        <p:nvPr/>
      </p:nvGrpSpPr>
      <p:grpSpPr>
        <a:xfrm>
          <a:off x="0" y="0"/>
          <a:ext cx="0" cy="0"/>
          <a:chOff x="0" y="0"/>
          <a:chExt cx="0" cy="0"/>
        </a:xfrm>
      </p:grpSpPr>
      <p:grpSp>
        <p:nvGrpSpPr>
          <p:cNvPr id="497" name="Google Shape;497;p30"/>
          <p:cNvGrpSpPr/>
          <p:nvPr/>
        </p:nvGrpSpPr>
        <p:grpSpPr>
          <a:xfrm flipH="1">
            <a:off x="-1028700" y="-838200"/>
            <a:ext cx="11849100" cy="6772275"/>
            <a:chOff x="-1028700" y="-838200"/>
            <a:chExt cx="11849100" cy="6772275"/>
          </a:xfrm>
        </p:grpSpPr>
        <p:sp>
          <p:nvSpPr>
            <p:cNvPr id="498" name="Google Shape;498;p30"/>
            <p:cNvSpPr/>
            <p:nvPr/>
          </p:nvSpPr>
          <p:spPr>
            <a:xfrm>
              <a:off x="-1028700" y="-504825"/>
              <a:ext cx="4181475" cy="2124075"/>
            </a:xfrm>
            <a:custGeom>
              <a:avLst/>
              <a:gdLst/>
              <a:ahLst/>
              <a:cxnLst/>
              <a:rect l="l" t="t" r="r" b="b"/>
              <a:pathLst>
                <a:path w="167259" h="84963" extrusionOk="0">
                  <a:moveTo>
                    <a:pt x="9144" y="0"/>
                  </a:moveTo>
                  <a:lnTo>
                    <a:pt x="0" y="75057"/>
                  </a:lnTo>
                  <a:lnTo>
                    <a:pt x="151638" y="84963"/>
                  </a:lnTo>
                  <a:lnTo>
                    <a:pt x="167259" y="1524"/>
                  </a:lnTo>
                  <a:close/>
                </a:path>
              </a:pathLst>
            </a:custGeom>
            <a:solidFill>
              <a:schemeClr val="lt2"/>
            </a:solidFill>
            <a:ln>
              <a:noFill/>
            </a:ln>
          </p:spPr>
        </p:sp>
        <p:sp>
          <p:nvSpPr>
            <p:cNvPr id="499" name="Google Shape;499;p30"/>
            <p:cNvSpPr/>
            <p:nvPr/>
          </p:nvSpPr>
          <p:spPr>
            <a:xfrm>
              <a:off x="2524125" y="-333375"/>
              <a:ext cx="4114800" cy="2895600"/>
            </a:xfrm>
            <a:custGeom>
              <a:avLst/>
              <a:gdLst/>
              <a:ahLst/>
              <a:cxnLst/>
              <a:rect l="l" t="t" r="r" b="b"/>
              <a:pathLst>
                <a:path w="164592" h="115824" extrusionOk="0">
                  <a:moveTo>
                    <a:pt x="0" y="3048"/>
                  </a:moveTo>
                  <a:lnTo>
                    <a:pt x="164592" y="0"/>
                  </a:lnTo>
                  <a:lnTo>
                    <a:pt x="117348" y="115824"/>
                  </a:lnTo>
                  <a:lnTo>
                    <a:pt x="8763" y="113919"/>
                  </a:lnTo>
                  <a:close/>
                </a:path>
              </a:pathLst>
            </a:custGeom>
            <a:solidFill>
              <a:schemeClr val="dk2"/>
            </a:solidFill>
            <a:ln>
              <a:noFill/>
            </a:ln>
          </p:spPr>
        </p:sp>
        <p:sp>
          <p:nvSpPr>
            <p:cNvPr id="500" name="Google Shape;500;p30"/>
            <p:cNvSpPr/>
            <p:nvPr/>
          </p:nvSpPr>
          <p:spPr>
            <a:xfrm>
              <a:off x="5000625" y="-838200"/>
              <a:ext cx="3638550" cy="3895725"/>
            </a:xfrm>
            <a:custGeom>
              <a:avLst/>
              <a:gdLst/>
              <a:ahLst/>
              <a:cxnLst/>
              <a:rect l="l" t="t" r="r" b="b"/>
              <a:pathLst>
                <a:path w="145542" h="155829" extrusionOk="0">
                  <a:moveTo>
                    <a:pt x="34671" y="0"/>
                  </a:moveTo>
                  <a:lnTo>
                    <a:pt x="0" y="124587"/>
                  </a:lnTo>
                  <a:lnTo>
                    <a:pt x="129921" y="155829"/>
                  </a:lnTo>
                  <a:lnTo>
                    <a:pt x="145542" y="12573"/>
                  </a:lnTo>
                  <a:close/>
                </a:path>
              </a:pathLst>
            </a:custGeom>
            <a:solidFill>
              <a:schemeClr val="accent1"/>
            </a:solidFill>
            <a:ln>
              <a:noFill/>
            </a:ln>
          </p:spPr>
        </p:sp>
        <p:sp>
          <p:nvSpPr>
            <p:cNvPr id="501" name="Google Shape;501;p30"/>
            <p:cNvSpPr/>
            <p:nvPr/>
          </p:nvSpPr>
          <p:spPr>
            <a:xfrm>
              <a:off x="7896225" y="-400050"/>
              <a:ext cx="2924175" cy="2105025"/>
            </a:xfrm>
            <a:custGeom>
              <a:avLst/>
              <a:gdLst/>
              <a:ahLst/>
              <a:cxnLst/>
              <a:rect l="l" t="t" r="r" b="b"/>
              <a:pathLst>
                <a:path w="116967" h="84201" extrusionOk="0">
                  <a:moveTo>
                    <a:pt x="0" y="10668"/>
                  </a:moveTo>
                  <a:lnTo>
                    <a:pt x="22479" y="72390"/>
                  </a:lnTo>
                  <a:lnTo>
                    <a:pt x="116967" y="84201"/>
                  </a:lnTo>
                  <a:lnTo>
                    <a:pt x="79629" y="0"/>
                  </a:lnTo>
                  <a:close/>
                </a:path>
              </a:pathLst>
            </a:custGeom>
            <a:solidFill>
              <a:schemeClr val="accent2"/>
            </a:solidFill>
            <a:ln>
              <a:noFill/>
            </a:ln>
          </p:spPr>
        </p:sp>
        <p:sp>
          <p:nvSpPr>
            <p:cNvPr id="502" name="Google Shape;502;p30"/>
            <p:cNvSpPr/>
            <p:nvPr/>
          </p:nvSpPr>
          <p:spPr>
            <a:xfrm>
              <a:off x="7058025" y="828675"/>
              <a:ext cx="3638550" cy="3448050"/>
            </a:xfrm>
            <a:custGeom>
              <a:avLst/>
              <a:gdLst/>
              <a:ahLst/>
              <a:cxnLst/>
              <a:rect l="l" t="t" r="r" b="b"/>
              <a:pathLst>
                <a:path w="145542" h="137922" extrusionOk="0">
                  <a:moveTo>
                    <a:pt x="60198" y="0"/>
                  </a:moveTo>
                  <a:lnTo>
                    <a:pt x="0" y="38862"/>
                  </a:lnTo>
                  <a:lnTo>
                    <a:pt x="41529" y="124968"/>
                  </a:lnTo>
                  <a:lnTo>
                    <a:pt x="145542" y="137922"/>
                  </a:lnTo>
                  <a:lnTo>
                    <a:pt x="117729" y="9525"/>
                  </a:lnTo>
                  <a:close/>
                </a:path>
              </a:pathLst>
            </a:custGeom>
            <a:solidFill>
              <a:schemeClr val="dk2"/>
            </a:solidFill>
            <a:ln>
              <a:noFill/>
            </a:ln>
          </p:spPr>
        </p:sp>
        <p:sp>
          <p:nvSpPr>
            <p:cNvPr id="503" name="Google Shape;503;p30"/>
            <p:cNvSpPr/>
            <p:nvPr/>
          </p:nvSpPr>
          <p:spPr>
            <a:xfrm>
              <a:off x="5267325" y="1209675"/>
              <a:ext cx="4838700" cy="4591150"/>
            </a:xfrm>
            <a:custGeom>
              <a:avLst/>
              <a:gdLst/>
              <a:ahLst/>
              <a:cxnLst/>
              <a:rect l="l" t="t" r="r" b="b"/>
              <a:pathLst>
                <a:path w="193548" h="183646" extrusionOk="0">
                  <a:moveTo>
                    <a:pt x="180975" y="98679"/>
                  </a:moveTo>
                  <a:lnTo>
                    <a:pt x="0" y="0"/>
                  </a:lnTo>
                  <a:lnTo>
                    <a:pt x="24003" y="160819"/>
                  </a:lnTo>
                  <a:lnTo>
                    <a:pt x="193548" y="183646"/>
                  </a:lnTo>
                  <a:close/>
                </a:path>
              </a:pathLst>
            </a:custGeom>
            <a:solidFill>
              <a:schemeClr val="accent3"/>
            </a:solidFill>
            <a:ln>
              <a:noFill/>
            </a:ln>
          </p:spPr>
        </p:sp>
        <p:sp>
          <p:nvSpPr>
            <p:cNvPr id="504" name="Google Shape;504;p30"/>
            <p:cNvSpPr/>
            <p:nvPr/>
          </p:nvSpPr>
          <p:spPr>
            <a:xfrm>
              <a:off x="2971800" y="1743075"/>
              <a:ext cx="3609975" cy="4191000"/>
            </a:xfrm>
            <a:custGeom>
              <a:avLst/>
              <a:gdLst/>
              <a:ahLst/>
              <a:cxnLst/>
              <a:rect l="l" t="t" r="r" b="b"/>
              <a:pathLst>
                <a:path w="144399" h="167640" extrusionOk="0">
                  <a:moveTo>
                    <a:pt x="135636" y="0"/>
                  </a:moveTo>
                  <a:lnTo>
                    <a:pt x="0" y="118872"/>
                  </a:lnTo>
                  <a:lnTo>
                    <a:pt x="24003" y="167640"/>
                  </a:lnTo>
                  <a:lnTo>
                    <a:pt x="144399" y="167640"/>
                  </a:lnTo>
                  <a:close/>
                </a:path>
              </a:pathLst>
            </a:custGeom>
            <a:solidFill>
              <a:schemeClr val="lt2"/>
            </a:solidFill>
            <a:ln>
              <a:noFill/>
            </a:ln>
          </p:spPr>
        </p:sp>
        <p:sp>
          <p:nvSpPr>
            <p:cNvPr id="505" name="Google Shape;505;p30"/>
            <p:cNvSpPr/>
            <p:nvPr/>
          </p:nvSpPr>
          <p:spPr>
            <a:xfrm>
              <a:off x="-428625" y="895350"/>
              <a:ext cx="4562475" cy="3048000"/>
            </a:xfrm>
            <a:custGeom>
              <a:avLst/>
              <a:gdLst/>
              <a:ahLst/>
              <a:cxnLst/>
              <a:rect l="l" t="t" r="r" b="b"/>
              <a:pathLst>
                <a:path w="182499" h="121920" extrusionOk="0">
                  <a:moveTo>
                    <a:pt x="7620" y="0"/>
                  </a:moveTo>
                  <a:lnTo>
                    <a:pt x="0" y="67437"/>
                  </a:lnTo>
                  <a:lnTo>
                    <a:pt x="182499" y="121920"/>
                  </a:lnTo>
                  <a:lnTo>
                    <a:pt x="180975" y="20955"/>
                  </a:lnTo>
                  <a:close/>
                </a:path>
              </a:pathLst>
            </a:custGeom>
            <a:solidFill>
              <a:schemeClr val="accent2"/>
            </a:solidFill>
            <a:ln>
              <a:noFill/>
            </a:ln>
          </p:spPr>
        </p:sp>
        <p:sp>
          <p:nvSpPr>
            <p:cNvPr id="506" name="Google Shape;506;p30"/>
            <p:cNvSpPr/>
            <p:nvPr/>
          </p:nvSpPr>
          <p:spPr>
            <a:xfrm>
              <a:off x="-514350" y="2324100"/>
              <a:ext cx="5419725" cy="3505200"/>
            </a:xfrm>
            <a:custGeom>
              <a:avLst/>
              <a:gdLst/>
              <a:ahLst/>
              <a:cxnLst/>
              <a:rect l="l" t="t" r="r" b="b"/>
              <a:pathLst>
                <a:path w="216789" h="140208" extrusionOk="0">
                  <a:moveTo>
                    <a:pt x="22098" y="0"/>
                  </a:moveTo>
                  <a:lnTo>
                    <a:pt x="0" y="110109"/>
                  </a:lnTo>
                  <a:lnTo>
                    <a:pt x="92583" y="140208"/>
                  </a:lnTo>
                  <a:lnTo>
                    <a:pt x="216789" y="36957"/>
                  </a:lnTo>
                  <a:close/>
                </a:path>
              </a:pathLst>
            </a:custGeom>
            <a:solidFill>
              <a:schemeClr val="accent3"/>
            </a:solidFill>
            <a:ln>
              <a:noFill/>
            </a:ln>
          </p:spPr>
        </p:sp>
        <p:sp>
          <p:nvSpPr>
            <p:cNvPr id="507" name="Google Shape;507;p30"/>
            <p:cNvSpPr/>
            <p:nvPr/>
          </p:nvSpPr>
          <p:spPr>
            <a:xfrm>
              <a:off x="857250" y="3152775"/>
              <a:ext cx="4486275" cy="2590800"/>
            </a:xfrm>
            <a:custGeom>
              <a:avLst/>
              <a:gdLst/>
              <a:ahLst/>
              <a:cxnLst/>
              <a:rect l="l" t="t" r="r" b="b"/>
              <a:pathLst>
                <a:path w="179451" h="103632" extrusionOk="0">
                  <a:moveTo>
                    <a:pt x="28575" y="45720"/>
                  </a:moveTo>
                  <a:lnTo>
                    <a:pt x="0" y="103632"/>
                  </a:lnTo>
                  <a:lnTo>
                    <a:pt x="140208" y="96393"/>
                  </a:lnTo>
                  <a:lnTo>
                    <a:pt x="179451" y="0"/>
                  </a:lnTo>
                  <a:close/>
                </a:path>
              </a:pathLst>
            </a:custGeom>
            <a:solidFill>
              <a:schemeClr val="accent1"/>
            </a:solidFill>
            <a:ln>
              <a:noFill/>
            </a:ln>
          </p:spPr>
        </p:sp>
      </p:grpSp>
      <p:sp>
        <p:nvSpPr>
          <p:cNvPr id="508" name="Google Shape;508;p30"/>
          <p:cNvSpPr txBox="1">
            <a:spLocks noGrp="1"/>
          </p:cNvSpPr>
          <p:nvPr>
            <p:ph type="title"/>
          </p:nvPr>
        </p:nvSpPr>
        <p:spPr>
          <a:xfrm>
            <a:off x="713225" y="539500"/>
            <a:ext cx="7717500" cy="5727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Clr>
                <a:schemeClr val="lt1"/>
              </a:buClr>
              <a:buSzPts val="32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09" name="Google Shape;509;p30"/>
          <p:cNvSpPr/>
          <p:nvPr/>
        </p:nvSpPr>
        <p:spPr>
          <a:xfrm flipH="1">
            <a:off x="299739" y="1353550"/>
            <a:ext cx="8286636" cy="3423086"/>
          </a:xfrm>
          <a:custGeom>
            <a:avLst/>
            <a:gdLst/>
            <a:ahLst/>
            <a:cxnLst/>
            <a:rect l="l" t="t" r="r" b="b"/>
            <a:pathLst>
              <a:path w="320040" h="169817" extrusionOk="0">
                <a:moveTo>
                  <a:pt x="0" y="0"/>
                </a:moveTo>
                <a:lnTo>
                  <a:pt x="1633" y="167531"/>
                </a:lnTo>
                <a:lnTo>
                  <a:pt x="320040" y="169817"/>
                </a:lnTo>
                <a:lnTo>
                  <a:pt x="310243" y="4246"/>
                </a:lnTo>
                <a:close/>
              </a:path>
            </a:pathLst>
          </a:custGeom>
          <a:solidFill>
            <a:srgbClr val="F3F3F3"/>
          </a:solidFill>
          <a:ln w="38100" cap="flat" cmpd="sng">
            <a:solidFill>
              <a:srgbClr val="ECE6D6"/>
            </a:solidFill>
            <a:prstDash val="solid"/>
            <a:miter lim="8000"/>
            <a:headEnd type="none" w="med" len="med"/>
            <a:tailEnd type="none" w="med" len="med"/>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ection header 1">
  <p:cSld name="CUSTOM_9">
    <p:spTree>
      <p:nvGrpSpPr>
        <p:cNvPr id="1" name="Shape 510"/>
        <p:cNvGrpSpPr/>
        <p:nvPr/>
      </p:nvGrpSpPr>
      <p:grpSpPr>
        <a:xfrm>
          <a:off x="0" y="0"/>
          <a:ext cx="0" cy="0"/>
          <a:chOff x="0" y="0"/>
          <a:chExt cx="0" cy="0"/>
        </a:xfrm>
      </p:grpSpPr>
      <p:grpSp>
        <p:nvGrpSpPr>
          <p:cNvPr id="511" name="Google Shape;511;p31"/>
          <p:cNvGrpSpPr/>
          <p:nvPr/>
        </p:nvGrpSpPr>
        <p:grpSpPr>
          <a:xfrm>
            <a:off x="-3614841" y="-2244893"/>
            <a:ext cx="15584691" cy="9714462"/>
            <a:chOff x="-3614841" y="-2244893"/>
            <a:chExt cx="15584691" cy="9714462"/>
          </a:xfrm>
        </p:grpSpPr>
        <p:sp>
          <p:nvSpPr>
            <p:cNvPr id="512" name="Google Shape;512;p31"/>
            <p:cNvSpPr/>
            <p:nvPr/>
          </p:nvSpPr>
          <p:spPr>
            <a:xfrm rot="10800000">
              <a:off x="-3282434" y="1040513"/>
              <a:ext cx="7376600" cy="3057925"/>
            </a:xfrm>
            <a:custGeom>
              <a:avLst/>
              <a:gdLst/>
              <a:ahLst/>
              <a:cxnLst/>
              <a:rect l="l" t="t" r="r" b="b"/>
              <a:pathLst>
                <a:path w="295064" h="122317" extrusionOk="0">
                  <a:moveTo>
                    <a:pt x="135730" y="13144"/>
                  </a:moveTo>
                  <a:lnTo>
                    <a:pt x="0" y="92006"/>
                  </a:lnTo>
                  <a:lnTo>
                    <a:pt x="295064" y="122317"/>
                  </a:lnTo>
                  <a:lnTo>
                    <a:pt x="209496" y="0"/>
                  </a:lnTo>
                  <a:close/>
                </a:path>
              </a:pathLst>
            </a:custGeom>
            <a:solidFill>
              <a:schemeClr val="dk2"/>
            </a:solidFill>
            <a:ln>
              <a:noFill/>
            </a:ln>
          </p:spPr>
        </p:sp>
        <p:sp>
          <p:nvSpPr>
            <p:cNvPr id="513" name="Google Shape;513;p31"/>
            <p:cNvSpPr/>
            <p:nvPr/>
          </p:nvSpPr>
          <p:spPr>
            <a:xfrm rot="10800000">
              <a:off x="5072700" y="-857198"/>
              <a:ext cx="6377400" cy="3162248"/>
            </a:xfrm>
            <a:custGeom>
              <a:avLst/>
              <a:gdLst/>
              <a:ahLst/>
              <a:cxnLst/>
              <a:rect l="l" t="t" r="r" b="b"/>
              <a:pathLst>
                <a:path w="255096" h="93884" extrusionOk="0">
                  <a:moveTo>
                    <a:pt x="22532" y="26288"/>
                  </a:moveTo>
                  <a:lnTo>
                    <a:pt x="0" y="93884"/>
                  </a:lnTo>
                  <a:lnTo>
                    <a:pt x="255096" y="81277"/>
                  </a:lnTo>
                  <a:lnTo>
                    <a:pt x="190450" y="0"/>
                  </a:lnTo>
                  <a:close/>
                </a:path>
              </a:pathLst>
            </a:custGeom>
            <a:solidFill>
              <a:schemeClr val="accent2"/>
            </a:solidFill>
            <a:ln>
              <a:noFill/>
            </a:ln>
          </p:spPr>
        </p:sp>
        <p:sp>
          <p:nvSpPr>
            <p:cNvPr id="514" name="Google Shape;514;p31"/>
            <p:cNvSpPr/>
            <p:nvPr/>
          </p:nvSpPr>
          <p:spPr>
            <a:xfrm rot="9529261">
              <a:off x="713148" y="-1005752"/>
              <a:ext cx="7535465" cy="3614695"/>
            </a:xfrm>
            <a:custGeom>
              <a:avLst/>
              <a:gdLst/>
              <a:ahLst/>
              <a:cxnLst/>
              <a:rect l="l" t="t" r="r" b="b"/>
              <a:pathLst>
                <a:path w="267167" h="144581" extrusionOk="0">
                  <a:moveTo>
                    <a:pt x="105150" y="0"/>
                  </a:moveTo>
                  <a:lnTo>
                    <a:pt x="0" y="83959"/>
                  </a:lnTo>
                  <a:lnTo>
                    <a:pt x="179989" y="144581"/>
                  </a:lnTo>
                  <a:lnTo>
                    <a:pt x="267167" y="43991"/>
                  </a:lnTo>
                  <a:close/>
                </a:path>
              </a:pathLst>
            </a:custGeom>
            <a:solidFill>
              <a:schemeClr val="accent1"/>
            </a:solidFill>
            <a:ln>
              <a:noFill/>
            </a:ln>
          </p:spPr>
        </p:sp>
        <p:sp>
          <p:nvSpPr>
            <p:cNvPr id="515" name="Google Shape;515;p31"/>
            <p:cNvSpPr/>
            <p:nvPr/>
          </p:nvSpPr>
          <p:spPr>
            <a:xfrm rot="10800000">
              <a:off x="3414966" y="3788988"/>
              <a:ext cx="7376600" cy="3057925"/>
            </a:xfrm>
            <a:custGeom>
              <a:avLst/>
              <a:gdLst/>
              <a:ahLst/>
              <a:cxnLst/>
              <a:rect l="l" t="t" r="r" b="b"/>
              <a:pathLst>
                <a:path w="295064" h="122317" extrusionOk="0">
                  <a:moveTo>
                    <a:pt x="135730" y="13144"/>
                  </a:moveTo>
                  <a:lnTo>
                    <a:pt x="0" y="92006"/>
                  </a:lnTo>
                  <a:lnTo>
                    <a:pt x="295064" y="122317"/>
                  </a:lnTo>
                  <a:lnTo>
                    <a:pt x="209496" y="0"/>
                  </a:lnTo>
                  <a:close/>
                </a:path>
              </a:pathLst>
            </a:custGeom>
            <a:solidFill>
              <a:schemeClr val="dk2"/>
            </a:solidFill>
            <a:ln>
              <a:noFill/>
            </a:ln>
          </p:spPr>
        </p:sp>
        <p:sp>
          <p:nvSpPr>
            <p:cNvPr id="516" name="Google Shape;516;p31"/>
            <p:cNvSpPr/>
            <p:nvPr/>
          </p:nvSpPr>
          <p:spPr>
            <a:xfrm>
              <a:off x="5210225" y="1228600"/>
              <a:ext cx="6759625" cy="3159050"/>
            </a:xfrm>
            <a:custGeom>
              <a:avLst/>
              <a:gdLst/>
              <a:ahLst/>
              <a:cxnLst/>
              <a:rect l="l" t="t" r="r" b="b"/>
              <a:pathLst>
                <a:path w="270385" h="126362" extrusionOk="0">
                  <a:moveTo>
                    <a:pt x="229077" y="126362"/>
                  </a:moveTo>
                  <a:lnTo>
                    <a:pt x="270385" y="86931"/>
                  </a:lnTo>
                  <a:lnTo>
                    <a:pt x="236667" y="0"/>
                  </a:lnTo>
                  <a:lnTo>
                    <a:pt x="0" y="38647"/>
                  </a:lnTo>
                  <a:close/>
                </a:path>
              </a:pathLst>
            </a:custGeom>
            <a:solidFill>
              <a:schemeClr val="accent3"/>
            </a:solidFill>
            <a:ln>
              <a:noFill/>
            </a:ln>
          </p:spPr>
        </p:sp>
        <p:sp>
          <p:nvSpPr>
            <p:cNvPr id="517" name="Google Shape;517;p31"/>
            <p:cNvSpPr/>
            <p:nvPr/>
          </p:nvSpPr>
          <p:spPr>
            <a:xfrm>
              <a:off x="1010725" y="3448050"/>
              <a:ext cx="5666300" cy="3023675"/>
            </a:xfrm>
            <a:custGeom>
              <a:avLst/>
              <a:gdLst/>
              <a:ahLst/>
              <a:cxnLst/>
              <a:rect l="l" t="t" r="r" b="b"/>
              <a:pathLst>
                <a:path w="226652" h="120947" extrusionOk="0">
                  <a:moveTo>
                    <a:pt x="226652" y="9525"/>
                  </a:moveTo>
                  <a:lnTo>
                    <a:pt x="170264" y="0"/>
                  </a:lnTo>
                  <a:lnTo>
                    <a:pt x="75011" y="13734"/>
                  </a:lnTo>
                  <a:lnTo>
                    <a:pt x="0" y="120947"/>
                  </a:lnTo>
                  <a:lnTo>
                    <a:pt x="173873" y="109036"/>
                  </a:lnTo>
                  <a:close/>
                </a:path>
              </a:pathLst>
            </a:custGeom>
            <a:solidFill>
              <a:schemeClr val="accent2"/>
            </a:solidFill>
            <a:ln>
              <a:noFill/>
            </a:ln>
          </p:spPr>
        </p:sp>
        <p:sp>
          <p:nvSpPr>
            <p:cNvPr id="518" name="Google Shape;518;p31"/>
            <p:cNvSpPr/>
            <p:nvPr/>
          </p:nvSpPr>
          <p:spPr>
            <a:xfrm rot="-9131884">
              <a:off x="-3053187" y="2383397"/>
              <a:ext cx="6039861" cy="3902927"/>
            </a:xfrm>
            <a:custGeom>
              <a:avLst/>
              <a:gdLst/>
              <a:ahLst/>
              <a:cxnLst/>
              <a:rect l="l" t="t" r="r" b="b"/>
              <a:pathLst>
                <a:path w="96774" h="129921" extrusionOk="0">
                  <a:moveTo>
                    <a:pt x="38862" y="0"/>
                  </a:moveTo>
                  <a:lnTo>
                    <a:pt x="0" y="42291"/>
                  </a:lnTo>
                  <a:lnTo>
                    <a:pt x="19431" y="129921"/>
                  </a:lnTo>
                  <a:lnTo>
                    <a:pt x="96774" y="25527"/>
                  </a:lnTo>
                  <a:close/>
                </a:path>
              </a:pathLst>
            </a:custGeom>
            <a:solidFill>
              <a:schemeClr val="accent1"/>
            </a:solidFill>
            <a:ln>
              <a:noFill/>
            </a:ln>
          </p:spPr>
        </p:sp>
        <p:sp>
          <p:nvSpPr>
            <p:cNvPr id="519" name="Google Shape;519;p31"/>
            <p:cNvSpPr/>
            <p:nvPr/>
          </p:nvSpPr>
          <p:spPr>
            <a:xfrm>
              <a:off x="6514525" y="3038475"/>
              <a:ext cx="4688725" cy="1581150"/>
            </a:xfrm>
            <a:custGeom>
              <a:avLst/>
              <a:gdLst/>
              <a:ahLst/>
              <a:cxnLst/>
              <a:rect l="l" t="t" r="r" b="b"/>
              <a:pathLst>
                <a:path w="187549" h="63246" extrusionOk="0">
                  <a:moveTo>
                    <a:pt x="187549" y="60045"/>
                  </a:moveTo>
                  <a:lnTo>
                    <a:pt x="176403" y="0"/>
                  </a:lnTo>
                  <a:lnTo>
                    <a:pt x="0" y="4572"/>
                  </a:lnTo>
                  <a:lnTo>
                    <a:pt x="79248" y="63246"/>
                  </a:lnTo>
                  <a:close/>
                </a:path>
              </a:pathLst>
            </a:custGeom>
            <a:solidFill>
              <a:schemeClr val="accent1"/>
            </a:solidFill>
            <a:ln>
              <a:noFill/>
            </a:ln>
          </p:spPr>
        </p:sp>
        <p:sp>
          <p:nvSpPr>
            <p:cNvPr id="520" name="Google Shape;520;p31"/>
            <p:cNvSpPr/>
            <p:nvPr/>
          </p:nvSpPr>
          <p:spPr>
            <a:xfrm>
              <a:off x="-2305000" y="-254100"/>
              <a:ext cx="4984350" cy="2366000"/>
            </a:xfrm>
            <a:custGeom>
              <a:avLst/>
              <a:gdLst/>
              <a:ahLst/>
              <a:cxnLst/>
              <a:rect l="l" t="t" r="r" b="b"/>
              <a:pathLst>
                <a:path w="199374" h="94640" extrusionOk="0">
                  <a:moveTo>
                    <a:pt x="199374" y="1834"/>
                  </a:moveTo>
                  <a:lnTo>
                    <a:pt x="174912" y="94640"/>
                  </a:lnTo>
                  <a:lnTo>
                    <a:pt x="5850" y="74579"/>
                  </a:lnTo>
                  <a:lnTo>
                    <a:pt x="0" y="0"/>
                  </a:lnTo>
                  <a:close/>
                </a:path>
              </a:pathLst>
            </a:custGeom>
            <a:solidFill>
              <a:schemeClr val="accent3"/>
            </a:solidFill>
            <a:ln>
              <a:noFill/>
            </a:ln>
          </p:spPr>
        </p:sp>
      </p:grpSp>
      <p:sp>
        <p:nvSpPr>
          <p:cNvPr id="521" name="Google Shape;521;p31"/>
          <p:cNvSpPr/>
          <p:nvPr/>
        </p:nvSpPr>
        <p:spPr>
          <a:xfrm flipH="1">
            <a:off x="299737" y="584925"/>
            <a:ext cx="8309039" cy="4191508"/>
          </a:xfrm>
          <a:custGeom>
            <a:avLst/>
            <a:gdLst/>
            <a:ahLst/>
            <a:cxnLst/>
            <a:rect l="l" t="t" r="r" b="b"/>
            <a:pathLst>
              <a:path w="320040" h="169817" extrusionOk="0">
                <a:moveTo>
                  <a:pt x="0" y="0"/>
                </a:moveTo>
                <a:lnTo>
                  <a:pt x="1633" y="167531"/>
                </a:lnTo>
                <a:lnTo>
                  <a:pt x="320040" y="169817"/>
                </a:lnTo>
                <a:lnTo>
                  <a:pt x="310243" y="4246"/>
                </a:lnTo>
                <a:close/>
              </a:path>
            </a:pathLst>
          </a:custGeom>
          <a:solidFill>
            <a:srgbClr val="F3F3F3"/>
          </a:solidFill>
          <a:ln w="38100" cap="flat" cmpd="sng">
            <a:solidFill>
              <a:srgbClr val="ECE6D6"/>
            </a:solidFill>
            <a:prstDash val="solid"/>
            <a:miter lim="8000"/>
            <a:headEnd type="none" w="med" len="med"/>
            <a:tailEnd type="none" w="med" len="med"/>
          </a:ln>
        </p:spPr>
      </p:sp>
      <p:sp>
        <p:nvSpPr>
          <p:cNvPr id="522" name="Google Shape;522;p31"/>
          <p:cNvSpPr txBox="1">
            <a:spLocks noGrp="1"/>
          </p:cNvSpPr>
          <p:nvPr>
            <p:ph type="title"/>
          </p:nvPr>
        </p:nvSpPr>
        <p:spPr>
          <a:xfrm>
            <a:off x="1989701" y="2661038"/>
            <a:ext cx="4731600" cy="881700"/>
          </a:xfrm>
          <a:prstGeom prst="rect">
            <a:avLst/>
          </a:prstGeom>
        </p:spPr>
        <p:txBody>
          <a:bodyPr spcFirstLastPara="1" wrap="square" lIns="91425" tIns="91425" rIns="91425" bIns="91425" anchor="ctr" anchorCtr="0">
            <a:noAutofit/>
          </a:bodyPr>
          <a:lstStyle>
            <a:lvl1pPr lvl="0">
              <a:spcBef>
                <a:spcPts val="0"/>
              </a:spcBef>
              <a:spcAft>
                <a:spcPts val="0"/>
              </a:spcAft>
              <a:buSzPts val="3200"/>
              <a:buNone/>
              <a:defRPr sz="4800">
                <a:solidFill>
                  <a:schemeClr val="lt1"/>
                </a:solidFill>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a:endParaRPr/>
          </a:p>
        </p:txBody>
      </p:sp>
      <p:sp>
        <p:nvSpPr>
          <p:cNvPr id="523" name="Google Shape;523;p31"/>
          <p:cNvSpPr txBox="1">
            <a:spLocks noGrp="1"/>
          </p:cNvSpPr>
          <p:nvPr>
            <p:ph type="title" idx="2" hasCustomPrompt="1"/>
          </p:nvPr>
        </p:nvSpPr>
        <p:spPr>
          <a:xfrm>
            <a:off x="1989700" y="1251127"/>
            <a:ext cx="2066400" cy="13839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100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524" name="Google Shape;524;p31"/>
          <p:cNvSpPr txBox="1">
            <a:spLocks noGrp="1"/>
          </p:cNvSpPr>
          <p:nvPr>
            <p:ph type="subTitle" idx="1"/>
          </p:nvPr>
        </p:nvSpPr>
        <p:spPr>
          <a:xfrm>
            <a:off x="1989699" y="3612146"/>
            <a:ext cx="4731600" cy="365700"/>
          </a:xfrm>
          <a:prstGeom prst="rect">
            <a:avLst/>
          </a:prstGeom>
        </p:spPr>
        <p:txBody>
          <a:bodyPr spcFirstLastPara="1" wrap="square" lIns="91425" tIns="91425" rIns="91425" bIns="91425" anchor="ctr" anchorCtr="0">
            <a:noAutofit/>
          </a:bodyPr>
          <a:lstStyle>
            <a:lvl1pPr lvl="0" rtl="0">
              <a:spcBef>
                <a:spcPts val="0"/>
              </a:spcBef>
              <a:spcAft>
                <a:spcPts val="0"/>
              </a:spcAft>
              <a:buSzPts val="2000"/>
              <a:buNone/>
              <a:defRPr sz="16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Section header 2">
  <p:cSld name="CUSTOM_20">
    <p:spTree>
      <p:nvGrpSpPr>
        <p:cNvPr id="1" name="Shape 525"/>
        <p:cNvGrpSpPr/>
        <p:nvPr/>
      </p:nvGrpSpPr>
      <p:grpSpPr>
        <a:xfrm>
          <a:off x="0" y="0"/>
          <a:ext cx="0" cy="0"/>
          <a:chOff x="0" y="0"/>
          <a:chExt cx="0" cy="0"/>
        </a:xfrm>
      </p:grpSpPr>
      <p:grpSp>
        <p:nvGrpSpPr>
          <p:cNvPr id="526" name="Google Shape;526;p32"/>
          <p:cNvGrpSpPr/>
          <p:nvPr/>
        </p:nvGrpSpPr>
        <p:grpSpPr>
          <a:xfrm rot="10800000">
            <a:off x="-3614841" y="-2244893"/>
            <a:ext cx="15584691" cy="9714462"/>
            <a:chOff x="-3614841" y="-2244893"/>
            <a:chExt cx="15584691" cy="9714462"/>
          </a:xfrm>
        </p:grpSpPr>
        <p:sp>
          <p:nvSpPr>
            <p:cNvPr id="527" name="Google Shape;527;p32"/>
            <p:cNvSpPr/>
            <p:nvPr/>
          </p:nvSpPr>
          <p:spPr>
            <a:xfrm rot="10800000">
              <a:off x="-3282434" y="1040513"/>
              <a:ext cx="7376600" cy="3057925"/>
            </a:xfrm>
            <a:custGeom>
              <a:avLst/>
              <a:gdLst/>
              <a:ahLst/>
              <a:cxnLst/>
              <a:rect l="l" t="t" r="r" b="b"/>
              <a:pathLst>
                <a:path w="295064" h="122317" extrusionOk="0">
                  <a:moveTo>
                    <a:pt x="135730" y="13144"/>
                  </a:moveTo>
                  <a:lnTo>
                    <a:pt x="0" y="92006"/>
                  </a:lnTo>
                  <a:lnTo>
                    <a:pt x="295064" y="122317"/>
                  </a:lnTo>
                  <a:lnTo>
                    <a:pt x="209496" y="0"/>
                  </a:lnTo>
                  <a:close/>
                </a:path>
              </a:pathLst>
            </a:custGeom>
            <a:solidFill>
              <a:schemeClr val="dk2"/>
            </a:solidFill>
            <a:ln>
              <a:noFill/>
            </a:ln>
          </p:spPr>
        </p:sp>
        <p:sp>
          <p:nvSpPr>
            <p:cNvPr id="528" name="Google Shape;528;p32"/>
            <p:cNvSpPr/>
            <p:nvPr/>
          </p:nvSpPr>
          <p:spPr>
            <a:xfrm rot="10800000">
              <a:off x="5072700" y="-857198"/>
              <a:ext cx="6377400" cy="3162248"/>
            </a:xfrm>
            <a:custGeom>
              <a:avLst/>
              <a:gdLst/>
              <a:ahLst/>
              <a:cxnLst/>
              <a:rect l="l" t="t" r="r" b="b"/>
              <a:pathLst>
                <a:path w="255096" h="93884" extrusionOk="0">
                  <a:moveTo>
                    <a:pt x="22532" y="26288"/>
                  </a:moveTo>
                  <a:lnTo>
                    <a:pt x="0" y="93884"/>
                  </a:lnTo>
                  <a:lnTo>
                    <a:pt x="255096" y="81277"/>
                  </a:lnTo>
                  <a:lnTo>
                    <a:pt x="190450" y="0"/>
                  </a:lnTo>
                  <a:close/>
                </a:path>
              </a:pathLst>
            </a:custGeom>
            <a:solidFill>
              <a:schemeClr val="accent2"/>
            </a:solidFill>
            <a:ln>
              <a:noFill/>
            </a:ln>
          </p:spPr>
        </p:sp>
        <p:sp>
          <p:nvSpPr>
            <p:cNvPr id="529" name="Google Shape;529;p32"/>
            <p:cNvSpPr/>
            <p:nvPr/>
          </p:nvSpPr>
          <p:spPr>
            <a:xfrm rot="9529261">
              <a:off x="713148" y="-1005752"/>
              <a:ext cx="7535465" cy="3614695"/>
            </a:xfrm>
            <a:custGeom>
              <a:avLst/>
              <a:gdLst/>
              <a:ahLst/>
              <a:cxnLst/>
              <a:rect l="l" t="t" r="r" b="b"/>
              <a:pathLst>
                <a:path w="267167" h="144581" extrusionOk="0">
                  <a:moveTo>
                    <a:pt x="105150" y="0"/>
                  </a:moveTo>
                  <a:lnTo>
                    <a:pt x="0" y="83959"/>
                  </a:lnTo>
                  <a:lnTo>
                    <a:pt x="179989" y="144581"/>
                  </a:lnTo>
                  <a:lnTo>
                    <a:pt x="267167" y="43991"/>
                  </a:lnTo>
                  <a:close/>
                </a:path>
              </a:pathLst>
            </a:custGeom>
            <a:solidFill>
              <a:schemeClr val="accent1"/>
            </a:solidFill>
            <a:ln>
              <a:noFill/>
            </a:ln>
          </p:spPr>
        </p:sp>
        <p:sp>
          <p:nvSpPr>
            <p:cNvPr id="530" name="Google Shape;530;p32"/>
            <p:cNvSpPr/>
            <p:nvPr/>
          </p:nvSpPr>
          <p:spPr>
            <a:xfrm rot="10800000">
              <a:off x="3414966" y="3788988"/>
              <a:ext cx="7376600" cy="3057925"/>
            </a:xfrm>
            <a:custGeom>
              <a:avLst/>
              <a:gdLst/>
              <a:ahLst/>
              <a:cxnLst/>
              <a:rect l="l" t="t" r="r" b="b"/>
              <a:pathLst>
                <a:path w="295064" h="122317" extrusionOk="0">
                  <a:moveTo>
                    <a:pt x="135730" y="13144"/>
                  </a:moveTo>
                  <a:lnTo>
                    <a:pt x="0" y="92006"/>
                  </a:lnTo>
                  <a:lnTo>
                    <a:pt x="295064" y="122317"/>
                  </a:lnTo>
                  <a:lnTo>
                    <a:pt x="209496" y="0"/>
                  </a:lnTo>
                  <a:close/>
                </a:path>
              </a:pathLst>
            </a:custGeom>
            <a:solidFill>
              <a:schemeClr val="dk2"/>
            </a:solidFill>
            <a:ln>
              <a:noFill/>
            </a:ln>
          </p:spPr>
        </p:sp>
        <p:sp>
          <p:nvSpPr>
            <p:cNvPr id="531" name="Google Shape;531;p32"/>
            <p:cNvSpPr/>
            <p:nvPr/>
          </p:nvSpPr>
          <p:spPr>
            <a:xfrm>
              <a:off x="5210225" y="1228600"/>
              <a:ext cx="6759625" cy="3159050"/>
            </a:xfrm>
            <a:custGeom>
              <a:avLst/>
              <a:gdLst/>
              <a:ahLst/>
              <a:cxnLst/>
              <a:rect l="l" t="t" r="r" b="b"/>
              <a:pathLst>
                <a:path w="270385" h="126362" extrusionOk="0">
                  <a:moveTo>
                    <a:pt x="229077" y="126362"/>
                  </a:moveTo>
                  <a:lnTo>
                    <a:pt x="270385" y="86931"/>
                  </a:lnTo>
                  <a:lnTo>
                    <a:pt x="236667" y="0"/>
                  </a:lnTo>
                  <a:lnTo>
                    <a:pt x="0" y="38647"/>
                  </a:lnTo>
                  <a:close/>
                </a:path>
              </a:pathLst>
            </a:custGeom>
            <a:solidFill>
              <a:schemeClr val="accent3"/>
            </a:solidFill>
            <a:ln>
              <a:noFill/>
            </a:ln>
          </p:spPr>
        </p:sp>
        <p:sp>
          <p:nvSpPr>
            <p:cNvPr id="532" name="Google Shape;532;p32"/>
            <p:cNvSpPr/>
            <p:nvPr/>
          </p:nvSpPr>
          <p:spPr>
            <a:xfrm>
              <a:off x="1010725" y="3448050"/>
              <a:ext cx="5666300" cy="3023675"/>
            </a:xfrm>
            <a:custGeom>
              <a:avLst/>
              <a:gdLst/>
              <a:ahLst/>
              <a:cxnLst/>
              <a:rect l="l" t="t" r="r" b="b"/>
              <a:pathLst>
                <a:path w="226652" h="120947" extrusionOk="0">
                  <a:moveTo>
                    <a:pt x="226652" y="9525"/>
                  </a:moveTo>
                  <a:lnTo>
                    <a:pt x="170264" y="0"/>
                  </a:lnTo>
                  <a:lnTo>
                    <a:pt x="75011" y="13734"/>
                  </a:lnTo>
                  <a:lnTo>
                    <a:pt x="0" y="120947"/>
                  </a:lnTo>
                  <a:lnTo>
                    <a:pt x="173873" y="109036"/>
                  </a:lnTo>
                  <a:close/>
                </a:path>
              </a:pathLst>
            </a:custGeom>
            <a:solidFill>
              <a:schemeClr val="accent2"/>
            </a:solidFill>
            <a:ln>
              <a:noFill/>
            </a:ln>
          </p:spPr>
        </p:sp>
        <p:sp>
          <p:nvSpPr>
            <p:cNvPr id="533" name="Google Shape;533;p32"/>
            <p:cNvSpPr/>
            <p:nvPr/>
          </p:nvSpPr>
          <p:spPr>
            <a:xfrm rot="-9131884">
              <a:off x="-3053187" y="2383397"/>
              <a:ext cx="6039861" cy="3902927"/>
            </a:xfrm>
            <a:custGeom>
              <a:avLst/>
              <a:gdLst/>
              <a:ahLst/>
              <a:cxnLst/>
              <a:rect l="l" t="t" r="r" b="b"/>
              <a:pathLst>
                <a:path w="96774" h="129921" extrusionOk="0">
                  <a:moveTo>
                    <a:pt x="38862" y="0"/>
                  </a:moveTo>
                  <a:lnTo>
                    <a:pt x="0" y="42291"/>
                  </a:lnTo>
                  <a:lnTo>
                    <a:pt x="19431" y="129921"/>
                  </a:lnTo>
                  <a:lnTo>
                    <a:pt x="96774" y="25527"/>
                  </a:lnTo>
                  <a:close/>
                </a:path>
              </a:pathLst>
            </a:custGeom>
            <a:solidFill>
              <a:schemeClr val="accent1"/>
            </a:solidFill>
            <a:ln>
              <a:noFill/>
            </a:ln>
          </p:spPr>
        </p:sp>
        <p:sp>
          <p:nvSpPr>
            <p:cNvPr id="534" name="Google Shape;534;p32"/>
            <p:cNvSpPr/>
            <p:nvPr/>
          </p:nvSpPr>
          <p:spPr>
            <a:xfrm>
              <a:off x="6514534" y="3038477"/>
              <a:ext cx="4688725" cy="1501125"/>
            </a:xfrm>
            <a:custGeom>
              <a:avLst/>
              <a:gdLst/>
              <a:ahLst/>
              <a:cxnLst/>
              <a:rect l="l" t="t" r="r" b="b"/>
              <a:pathLst>
                <a:path w="187549" h="60045" extrusionOk="0">
                  <a:moveTo>
                    <a:pt x="187549" y="60045"/>
                  </a:moveTo>
                  <a:lnTo>
                    <a:pt x="176403" y="0"/>
                  </a:lnTo>
                  <a:lnTo>
                    <a:pt x="0" y="4572"/>
                  </a:lnTo>
                  <a:lnTo>
                    <a:pt x="46949" y="58492"/>
                  </a:lnTo>
                  <a:close/>
                </a:path>
              </a:pathLst>
            </a:custGeom>
            <a:solidFill>
              <a:schemeClr val="accent1"/>
            </a:solidFill>
            <a:ln>
              <a:noFill/>
            </a:ln>
          </p:spPr>
        </p:sp>
        <p:sp>
          <p:nvSpPr>
            <p:cNvPr id="535" name="Google Shape;535;p32"/>
            <p:cNvSpPr/>
            <p:nvPr/>
          </p:nvSpPr>
          <p:spPr>
            <a:xfrm>
              <a:off x="-2305000" y="-254100"/>
              <a:ext cx="4984350" cy="2366000"/>
            </a:xfrm>
            <a:custGeom>
              <a:avLst/>
              <a:gdLst/>
              <a:ahLst/>
              <a:cxnLst/>
              <a:rect l="l" t="t" r="r" b="b"/>
              <a:pathLst>
                <a:path w="199374" h="94640" extrusionOk="0">
                  <a:moveTo>
                    <a:pt x="199374" y="1834"/>
                  </a:moveTo>
                  <a:lnTo>
                    <a:pt x="174912" y="94640"/>
                  </a:lnTo>
                  <a:lnTo>
                    <a:pt x="5850" y="74579"/>
                  </a:lnTo>
                  <a:lnTo>
                    <a:pt x="0" y="0"/>
                  </a:lnTo>
                  <a:close/>
                </a:path>
              </a:pathLst>
            </a:custGeom>
            <a:solidFill>
              <a:schemeClr val="accent3"/>
            </a:solidFill>
            <a:ln>
              <a:noFill/>
            </a:ln>
          </p:spPr>
        </p:sp>
      </p:grpSp>
      <p:sp>
        <p:nvSpPr>
          <p:cNvPr id="536" name="Google Shape;536;p32"/>
          <p:cNvSpPr/>
          <p:nvPr/>
        </p:nvSpPr>
        <p:spPr>
          <a:xfrm flipH="1">
            <a:off x="299737" y="584925"/>
            <a:ext cx="8309039" cy="4191508"/>
          </a:xfrm>
          <a:custGeom>
            <a:avLst/>
            <a:gdLst/>
            <a:ahLst/>
            <a:cxnLst/>
            <a:rect l="l" t="t" r="r" b="b"/>
            <a:pathLst>
              <a:path w="320040" h="169817" extrusionOk="0">
                <a:moveTo>
                  <a:pt x="0" y="0"/>
                </a:moveTo>
                <a:lnTo>
                  <a:pt x="1633" y="167531"/>
                </a:lnTo>
                <a:lnTo>
                  <a:pt x="320040" y="169817"/>
                </a:lnTo>
                <a:lnTo>
                  <a:pt x="310243" y="4246"/>
                </a:lnTo>
                <a:close/>
              </a:path>
            </a:pathLst>
          </a:custGeom>
          <a:solidFill>
            <a:srgbClr val="F3F3F3"/>
          </a:solidFill>
          <a:ln w="38100" cap="flat" cmpd="sng">
            <a:solidFill>
              <a:srgbClr val="ECE6D6"/>
            </a:solidFill>
            <a:prstDash val="solid"/>
            <a:miter lim="8000"/>
            <a:headEnd type="none" w="med" len="med"/>
            <a:tailEnd type="none" w="med" len="med"/>
          </a:ln>
        </p:spPr>
      </p:sp>
      <p:sp>
        <p:nvSpPr>
          <p:cNvPr id="537" name="Google Shape;537;p32"/>
          <p:cNvSpPr txBox="1">
            <a:spLocks noGrp="1"/>
          </p:cNvSpPr>
          <p:nvPr>
            <p:ph type="title"/>
          </p:nvPr>
        </p:nvSpPr>
        <p:spPr>
          <a:xfrm>
            <a:off x="1984938" y="2699138"/>
            <a:ext cx="4731600" cy="722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200"/>
              <a:buNone/>
              <a:defRPr sz="4800">
                <a:solidFill>
                  <a:schemeClr val="lt1"/>
                </a:solidFill>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538" name="Google Shape;538;p32"/>
          <p:cNvSpPr txBox="1">
            <a:spLocks noGrp="1"/>
          </p:cNvSpPr>
          <p:nvPr>
            <p:ph type="title" idx="2" hasCustomPrompt="1"/>
          </p:nvPr>
        </p:nvSpPr>
        <p:spPr>
          <a:xfrm>
            <a:off x="4650148" y="1345650"/>
            <a:ext cx="1788600" cy="11499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100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539" name="Google Shape;539;p32"/>
          <p:cNvSpPr txBox="1">
            <a:spLocks noGrp="1"/>
          </p:cNvSpPr>
          <p:nvPr>
            <p:ph type="subTitle" idx="1"/>
          </p:nvPr>
        </p:nvSpPr>
        <p:spPr>
          <a:xfrm>
            <a:off x="1989699" y="3547746"/>
            <a:ext cx="4731600" cy="3657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2000"/>
              <a:buNone/>
              <a:defRPr sz="16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hanks">
  <p:cSld name="CUSTOM_10">
    <p:spTree>
      <p:nvGrpSpPr>
        <p:cNvPr id="1" name="Shape 540"/>
        <p:cNvGrpSpPr/>
        <p:nvPr/>
      </p:nvGrpSpPr>
      <p:grpSpPr>
        <a:xfrm>
          <a:off x="0" y="0"/>
          <a:ext cx="0" cy="0"/>
          <a:chOff x="0" y="0"/>
          <a:chExt cx="0" cy="0"/>
        </a:xfrm>
      </p:grpSpPr>
      <p:grpSp>
        <p:nvGrpSpPr>
          <p:cNvPr id="541" name="Google Shape;541;p33"/>
          <p:cNvGrpSpPr/>
          <p:nvPr/>
        </p:nvGrpSpPr>
        <p:grpSpPr>
          <a:xfrm>
            <a:off x="-3314700" y="-1185679"/>
            <a:ext cx="15049241" cy="7453129"/>
            <a:chOff x="-3314700" y="-1185679"/>
            <a:chExt cx="15049241" cy="7453129"/>
          </a:xfrm>
        </p:grpSpPr>
        <p:sp>
          <p:nvSpPr>
            <p:cNvPr id="542" name="Google Shape;542;p33"/>
            <p:cNvSpPr/>
            <p:nvPr/>
          </p:nvSpPr>
          <p:spPr>
            <a:xfrm>
              <a:off x="-1970201" y="-1185679"/>
              <a:ext cx="7435945" cy="5321998"/>
            </a:xfrm>
            <a:custGeom>
              <a:avLst/>
              <a:gdLst/>
              <a:ahLst/>
              <a:cxnLst/>
              <a:rect l="l" t="t" r="r" b="b"/>
              <a:pathLst>
                <a:path w="157725" h="107564" extrusionOk="0">
                  <a:moveTo>
                    <a:pt x="3487" y="0"/>
                  </a:moveTo>
                  <a:lnTo>
                    <a:pt x="0" y="69474"/>
                  </a:lnTo>
                  <a:lnTo>
                    <a:pt x="157725" y="107564"/>
                  </a:lnTo>
                  <a:lnTo>
                    <a:pt x="155579" y="21459"/>
                  </a:lnTo>
                  <a:close/>
                </a:path>
              </a:pathLst>
            </a:custGeom>
            <a:solidFill>
              <a:schemeClr val="lt2"/>
            </a:solidFill>
            <a:ln>
              <a:noFill/>
            </a:ln>
          </p:spPr>
        </p:sp>
        <p:sp>
          <p:nvSpPr>
            <p:cNvPr id="543" name="Google Shape;543;p33"/>
            <p:cNvSpPr/>
            <p:nvPr/>
          </p:nvSpPr>
          <p:spPr>
            <a:xfrm>
              <a:off x="-3314700" y="-80475"/>
              <a:ext cx="9524450" cy="3128475"/>
            </a:xfrm>
            <a:custGeom>
              <a:avLst/>
              <a:gdLst/>
              <a:ahLst/>
              <a:cxnLst/>
              <a:rect l="l" t="t" r="r" b="b"/>
              <a:pathLst>
                <a:path w="380978" h="125139" extrusionOk="0">
                  <a:moveTo>
                    <a:pt x="0" y="42843"/>
                  </a:moveTo>
                  <a:lnTo>
                    <a:pt x="75438" y="125139"/>
                  </a:lnTo>
                  <a:lnTo>
                    <a:pt x="380978" y="81277"/>
                  </a:lnTo>
                  <a:lnTo>
                    <a:pt x="316332" y="0"/>
                  </a:lnTo>
                  <a:close/>
                </a:path>
              </a:pathLst>
            </a:custGeom>
            <a:solidFill>
              <a:schemeClr val="accent2"/>
            </a:solidFill>
            <a:ln>
              <a:noFill/>
            </a:ln>
          </p:spPr>
        </p:sp>
        <p:sp>
          <p:nvSpPr>
            <p:cNvPr id="544" name="Google Shape;544;p33"/>
            <p:cNvSpPr/>
            <p:nvPr/>
          </p:nvSpPr>
          <p:spPr>
            <a:xfrm>
              <a:off x="-561975" y="1394850"/>
              <a:ext cx="7435926" cy="3614525"/>
            </a:xfrm>
            <a:custGeom>
              <a:avLst/>
              <a:gdLst/>
              <a:ahLst/>
              <a:cxnLst/>
              <a:rect l="l" t="t" r="r" b="b"/>
              <a:pathLst>
                <a:path w="267167" h="144581" extrusionOk="0">
                  <a:moveTo>
                    <a:pt x="105150" y="0"/>
                  </a:moveTo>
                  <a:lnTo>
                    <a:pt x="0" y="83959"/>
                  </a:lnTo>
                  <a:lnTo>
                    <a:pt x="179989" y="144581"/>
                  </a:lnTo>
                  <a:lnTo>
                    <a:pt x="267167" y="43991"/>
                  </a:lnTo>
                  <a:close/>
                </a:path>
              </a:pathLst>
            </a:custGeom>
            <a:solidFill>
              <a:schemeClr val="accent1"/>
            </a:solidFill>
            <a:ln>
              <a:noFill/>
            </a:ln>
          </p:spPr>
        </p:sp>
        <p:sp>
          <p:nvSpPr>
            <p:cNvPr id="545" name="Google Shape;545;p33"/>
            <p:cNvSpPr/>
            <p:nvPr/>
          </p:nvSpPr>
          <p:spPr>
            <a:xfrm>
              <a:off x="2548275" y="-53650"/>
              <a:ext cx="7376600" cy="3057925"/>
            </a:xfrm>
            <a:custGeom>
              <a:avLst/>
              <a:gdLst/>
              <a:ahLst/>
              <a:cxnLst/>
              <a:rect l="l" t="t" r="r" b="b"/>
              <a:pathLst>
                <a:path w="295064" h="122317" extrusionOk="0">
                  <a:moveTo>
                    <a:pt x="135730" y="13144"/>
                  </a:moveTo>
                  <a:lnTo>
                    <a:pt x="0" y="92006"/>
                  </a:lnTo>
                  <a:lnTo>
                    <a:pt x="295064" y="122317"/>
                  </a:lnTo>
                  <a:lnTo>
                    <a:pt x="209496" y="0"/>
                  </a:lnTo>
                  <a:close/>
                </a:path>
              </a:pathLst>
            </a:custGeom>
            <a:solidFill>
              <a:schemeClr val="dk2"/>
            </a:solidFill>
            <a:ln>
              <a:noFill/>
            </a:ln>
          </p:spPr>
        </p:sp>
        <p:sp>
          <p:nvSpPr>
            <p:cNvPr id="546" name="Google Shape;546;p33"/>
            <p:cNvSpPr/>
            <p:nvPr/>
          </p:nvSpPr>
          <p:spPr>
            <a:xfrm>
              <a:off x="-516350" y="1850850"/>
              <a:ext cx="6759625" cy="2803100"/>
            </a:xfrm>
            <a:custGeom>
              <a:avLst/>
              <a:gdLst/>
              <a:ahLst/>
              <a:cxnLst/>
              <a:rect l="l" t="t" r="r" b="b"/>
              <a:pathLst>
                <a:path w="270385" h="112124" extrusionOk="0">
                  <a:moveTo>
                    <a:pt x="41308" y="0"/>
                  </a:moveTo>
                  <a:lnTo>
                    <a:pt x="0" y="39431"/>
                  </a:lnTo>
                  <a:lnTo>
                    <a:pt x="88250" y="112124"/>
                  </a:lnTo>
                  <a:lnTo>
                    <a:pt x="270385" y="87715"/>
                  </a:lnTo>
                  <a:close/>
                </a:path>
              </a:pathLst>
            </a:custGeom>
            <a:solidFill>
              <a:schemeClr val="accent3"/>
            </a:solidFill>
            <a:ln>
              <a:noFill/>
            </a:ln>
          </p:spPr>
        </p:sp>
        <p:sp>
          <p:nvSpPr>
            <p:cNvPr id="547" name="Google Shape;547;p33"/>
            <p:cNvSpPr/>
            <p:nvPr/>
          </p:nvSpPr>
          <p:spPr>
            <a:xfrm>
              <a:off x="3929725" y="3353000"/>
              <a:ext cx="4526550" cy="1850850"/>
            </a:xfrm>
            <a:custGeom>
              <a:avLst/>
              <a:gdLst/>
              <a:ahLst/>
              <a:cxnLst/>
              <a:rect l="l" t="t" r="r" b="b"/>
              <a:pathLst>
                <a:path w="181062" h="74034" extrusionOk="0">
                  <a:moveTo>
                    <a:pt x="146995" y="0"/>
                  </a:moveTo>
                  <a:lnTo>
                    <a:pt x="0" y="19581"/>
                  </a:lnTo>
                  <a:lnTo>
                    <a:pt x="29238" y="74034"/>
                  </a:lnTo>
                  <a:lnTo>
                    <a:pt x="181062" y="71620"/>
                  </a:lnTo>
                  <a:close/>
                </a:path>
              </a:pathLst>
            </a:custGeom>
            <a:solidFill>
              <a:schemeClr val="lt2"/>
            </a:solidFill>
            <a:ln>
              <a:noFill/>
            </a:ln>
          </p:spPr>
        </p:sp>
        <p:sp>
          <p:nvSpPr>
            <p:cNvPr id="548" name="Google Shape;548;p33"/>
            <p:cNvSpPr/>
            <p:nvPr/>
          </p:nvSpPr>
          <p:spPr>
            <a:xfrm>
              <a:off x="-838200" y="3248025"/>
              <a:ext cx="3581400" cy="2638425"/>
            </a:xfrm>
            <a:custGeom>
              <a:avLst/>
              <a:gdLst/>
              <a:ahLst/>
              <a:cxnLst/>
              <a:rect l="l" t="t" r="r" b="b"/>
              <a:pathLst>
                <a:path w="143256" h="105537" extrusionOk="0">
                  <a:moveTo>
                    <a:pt x="78867" y="4191"/>
                  </a:moveTo>
                  <a:lnTo>
                    <a:pt x="24765" y="0"/>
                  </a:lnTo>
                  <a:lnTo>
                    <a:pt x="0" y="91059"/>
                  </a:lnTo>
                  <a:lnTo>
                    <a:pt x="143256" y="105537"/>
                  </a:lnTo>
                  <a:close/>
                </a:path>
              </a:pathLst>
            </a:custGeom>
            <a:solidFill>
              <a:schemeClr val="dk2"/>
            </a:solidFill>
            <a:ln>
              <a:noFill/>
            </a:ln>
          </p:spPr>
        </p:sp>
        <p:sp>
          <p:nvSpPr>
            <p:cNvPr id="549" name="Google Shape;549;p33"/>
            <p:cNvSpPr/>
            <p:nvPr/>
          </p:nvSpPr>
          <p:spPr>
            <a:xfrm>
              <a:off x="5457825" y="495300"/>
              <a:ext cx="4686300" cy="4733925"/>
            </a:xfrm>
            <a:custGeom>
              <a:avLst/>
              <a:gdLst/>
              <a:ahLst/>
              <a:cxnLst/>
              <a:rect l="l" t="t" r="r" b="b"/>
              <a:pathLst>
                <a:path w="187452" h="189357" extrusionOk="0">
                  <a:moveTo>
                    <a:pt x="187452" y="0"/>
                  </a:moveTo>
                  <a:lnTo>
                    <a:pt x="0" y="104013"/>
                  </a:lnTo>
                  <a:lnTo>
                    <a:pt x="160401" y="189357"/>
                  </a:lnTo>
                  <a:close/>
                </a:path>
              </a:pathLst>
            </a:custGeom>
            <a:solidFill>
              <a:schemeClr val="accent3"/>
            </a:solidFill>
            <a:ln>
              <a:noFill/>
            </a:ln>
          </p:spPr>
        </p:sp>
        <p:sp>
          <p:nvSpPr>
            <p:cNvPr id="550" name="Google Shape;550;p33"/>
            <p:cNvSpPr/>
            <p:nvPr/>
          </p:nvSpPr>
          <p:spPr>
            <a:xfrm>
              <a:off x="3267075" y="-495300"/>
              <a:ext cx="8467466" cy="2486025"/>
            </a:xfrm>
            <a:custGeom>
              <a:avLst/>
              <a:gdLst/>
              <a:ahLst/>
              <a:cxnLst/>
              <a:rect l="l" t="t" r="r" b="b"/>
              <a:pathLst>
                <a:path w="303276" h="99441" extrusionOk="0">
                  <a:moveTo>
                    <a:pt x="0" y="0"/>
                  </a:moveTo>
                  <a:lnTo>
                    <a:pt x="60579" y="49911"/>
                  </a:lnTo>
                  <a:lnTo>
                    <a:pt x="243078" y="99441"/>
                  </a:lnTo>
                  <a:lnTo>
                    <a:pt x="303276" y="66675"/>
                  </a:lnTo>
                  <a:lnTo>
                    <a:pt x="196596" y="1905"/>
                  </a:lnTo>
                  <a:close/>
                </a:path>
              </a:pathLst>
            </a:custGeom>
            <a:solidFill>
              <a:schemeClr val="accent1"/>
            </a:solidFill>
            <a:ln>
              <a:noFill/>
            </a:ln>
          </p:spPr>
        </p:sp>
        <p:sp>
          <p:nvSpPr>
            <p:cNvPr id="551" name="Google Shape;551;p33"/>
            <p:cNvSpPr/>
            <p:nvPr/>
          </p:nvSpPr>
          <p:spPr>
            <a:xfrm>
              <a:off x="685800" y="2190750"/>
              <a:ext cx="9353550" cy="4076700"/>
            </a:xfrm>
            <a:custGeom>
              <a:avLst/>
              <a:gdLst/>
              <a:ahLst/>
              <a:cxnLst/>
              <a:rect l="l" t="t" r="r" b="b"/>
              <a:pathLst>
                <a:path w="374142" h="163068" extrusionOk="0">
                  <a:moveTo>
                    <a:pt x="70104" y="75438"/>
                  </a:moveTo>
                  <a:lnTo>
                    <a:pt x="0" y="107823"/>
                  </a:lnTo>
                  <a:lnTo>
                    <a:pt x="224790" y="163068"/>
                  </a:lnTo>
                  <a:lnTo>
                    <a:pt x="374142" y="144018"/>
                  </a:lnTo>
                  <a:lnTo>
                    <a:pt x="230124" y="0"/>
                  </a:lnTo>
                  <a:close/>
                </a:path>
              </a:pathLst>
            </a:custGeom>
            <a:solidFill>
              <a:schemeClr val="accent2"/>
            </a:solidFill>
            <a:ln>
              <a:noFill/>
            </a:ln>
          </p:spPr>
        </p:sp>
      </p:grpSp>
      <p:sp>
        <p:nvSpPr>
          <p:cNvPr id="552" name="Google Shape;552;p33"/>
          <p:cNvSpPr/>
          <p:nvPr/>
        </p:nvSpPr>
        <p:spPr>
          <a:xfrm flipH="1">
            <a:off x="299725" y="367400"/>
            <a:ext cx="8309039" cy="4408874"/>
          </a:xfrm>
          <a:custGeom>
            <a:avLst/>
            <a:gdLst/>
            <a:ahLst/>
            <a:cxnLst/>
            <a:rect l="l" t="t" r="r" b="b"/>
            <a:pathLst>
              <a:path w="320040" h="169817" extrusionOk="0">
                <a:moveTo>
                  <a:pt x="0" y="0"/>
                </a:moveTo>
                <a:lnTo>
                  <a:pt x="1633" y="167531"/>
                </a:lnTo>
                <a:lnTo>
                  <a:pt x="320040" y="169817"/>
                </a:lnTo>
                <a:lnTo>
                  <a:pt x="310243" y="4246"/>
                </a:lnTo>
                <a:close/>
              </a:path>
            </a:pathLst>
          </a:custGeom>
          <a:solidFill>
            <a:srgbClr val="F3F3F3"/>
          </a:solidFill>
          <a:ln w="38100" cap="flat" cmpd="sng">
            <a:solidFill>
              <a:srgbClr val="ECE6D6"/>
            </a:solidFill>
            <a:prstDash val="solid"/>
            <a:miter lim="8000"/>
            <a:headEnd type="none" w="med" len="med"/>
            <a:tailEnd type="none" w="med" len="med"/>
          </a:ln>
        </p:spPr>
      </p:sp>
      <p:sp>
        <p:nvSpPr>
          <p:cNvPr id="553" name="Google Shape;553;p33"/>
          <p:cNvSpPr txBox="1">
            <a:spLocks noGrp="1"/>
          </p:cNvSpPr>
          <p:nvPr>
            <p:ph type="title"/>
          </p:nvPr>
        </p:nvSpPr>
        <p:spPr>
          <a:xfrm>
            <a:off x="713225" y="1034213"/>
            <a:ext cx="3858900" cy="8262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5000"/>
              <a:buNone/>
              <a:defRPr sz="5300"/>
            </a:lvl1pPr>
            <a:lvl2pPr lvl="1" rtl="0">
              <a:spcBef>
                <a:spcPts val="0"/>
              </a:spcBef>
              <a:spcAft>
                <a:spcPts val="0"/>
              </a:spcAft>
              <a:buSzPts val="2800"/>
              <a:buNone/>
              <a:defRPr>
                <a:latin typeface="DM Sans"/>
                <a:ea typeface="DM Sans"/>
                <a:cs typeface="DM Sans"/>
                <a:sym typeface="DM Sans"/>
              </a:defRPr>
            </a:lvl2pPr>
            <a:lvl3pPr lvl="2" rtl="0">
              <a:spcBef>
                <a:spcPts val="0"/>
              </a:spcBef>
              <a:spcAft>
                <a:spcPts val="0"/>
              </a:spcAft>
              <a:buSzPts val="2800"/>
              <a:buNone/>
              <a:defRPr>
                <a:latin typeface="DM Sans"/>
                <a:ea typeface="DM Sans"/>
                <a:cs typeface="DM Sans"/>
                <a:sym typeface="DM Sans"/>
              </a:defRPr>
            </a:lvl3pPr>
            <a:lvl4pPr lvl="3" rtl="0">
              <a:spcBef>
                <a:spcPts val="0"/>
              </a:spcBef>
              <a:spcAft>
                <a:spcPts val="0"/>
              </a:spcAft>
              <a:buSzPts val="2800"/>
              <a:buNone/>
              <a:defRPr>
                <a:latin typeface="DM Sans"/>
                <a:ea typeface="DM Sans"/>
                <a:cs typeface="DM Sans"/>
                <a:sym typeface="DM Sans"/>
              </a:defRPr>
            </a:lvl4pPr>
            <a:lvl5pPr lvl="4" rtl="0">
              <a:spcBef>
                <a:spcPts val="0"/>
              </a:spcBef>
              <a:spcAft>
                <a:spcPts val="0"/>
              </a:spcAft>
              <a:buSzPts val="2800"/>
              <a:buNone/>
              <a:defRPr>
                <a:latin typeface="DM Sans"/>
                <a:ea typeface="DM Sans"/>
                <a:cs typeface="DM Sans"/>
                <a:sym typeface="DM Sans"/>
              </a:defRPr>
            </a:lvl5pPr>
            <a:lvl6pPr lvl="5" rtl="0">
              <a:spcBef>
                <a:spcPts val="0"/>
              </a:spcBef>
              <a:spcAft>
                <a:spcPts val="0"/>
              </a:spcAft>
              <a:buSzPts val="2800"/>
              <a:buNone/>
              <a:defRPr>
                <a:latin typeface="DM Sans"/>
                <a:ea typeface="DM Sans"/>
                <a:cs typeface="DM Sans"/>
                <a:sym typeface="DM Sans"/>
              </a:defRPr>
            </a:lvl6pPr>
            <a:lvl7pPr lvl="6" rtl="0">
              <a:spcBef>
                <a:spcPts val="0"/>
              </a:spcBef>
              <a:spcAft>
                <a:spcPts val="0"/>
              </a:spcAft>
              <a:buSzPts val="2800"/>
              <a:buNone/>
              <a:defRPr>
                <a:latin typeface="DM Sans"/>
                <a:ea typeface="DM Sans"/>
                <a:cs typeface="DM Sans"/>
                <a:sym typeface="DM Sans"/>
              </a:defRPr>
            </a:lvl7pPr>
            <a:lvl8pPr lvl="7" rtl="0">
              <a:spcBef>
                <a:spcPts val="0"/>
              </a:spcBef>
              <a:spcAft>
                <a:spcPts val="0"/>
              </a:spcAft>
              <a:buSzPts val="2800"/>
              <a:buNone/>
              <a:defRPr>
                <a:latin typeface="DM Sans"/>
                <a:ea typeface="DM Sans"/>
                <a:cs typeface="DM Sans"/>
                <a:sym typeface="DM Sans"/>
              </a:defRPr>
            </a:lvl8pPr>
            <a:lvl9pPr lvl="8" rtl="0">
              <a:spcBef>
                <a:spcPts val="0"/>
              </a:spcBef>
              <a:spcAft>
                <a:spcPts val="0"/>
              </a:spcAft>
              <a:buSzPts val="2800"/>
              <a:buNone/>
              <a:defRPr>
                <a:latin typeface="DM Sans"/>
                <a:ea typeface="DM Sans"/>
                <a:cs typeface="DM Sans"/>
                <a:sym typeface="DM Sans"/>
              </a:defRPr>
            </a:lvl9pPr>
          </a:lstStyle>
          <a:p>
            <a:endParaRPr/>
          </a:p>
        </p:txBody>
      </p:sp>
      <p:sp>
        <p:nvSpPr>
          <p:cNvPr id="554" name="Google Shape;554;p33"/>
          <p:cNvSpPr txBox="1">
            <a:spLocks noGrp="1"/>
          </p:cNvSpPr>
          <p:nvPr>
            <p:ph type="subTitle" idx="1"/>
          </p:nvPr>
        </p:nvSpPr>
        <p:spPr>
          <a:xfrm>
            <a:off x="713225" y="1932875"/>
            <a:ext cx="3858900" cy="10161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55" name="Google Shape;555;p33"/>
          <p:cNvSpPr txBox="1"/>
          <p:nvPr/>
        </p:nvSpPr>
        <p:spPr>
          <a:xfrm>
            <a:off x="713225" y="3524525"/>
            <a:ext cx="4043100" cy="692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b="1">
                <a:solidFill>
                  <a:schemeClr val="accent3"/>
                </a:solidFill>
                <a:latin typeface="Bitter"/>
                <a:ea typeface="Bitter"/>
                <a:cs typeface="Bitter"/>
                <a:sym typeface="Bitter"/>
              </a:rPr>
              <a:t>CREDITS:</a:t>
            </a:r>
            <a:r>
              <a:rPr lang="en" sz="1100">
                <a:solidFill>
                  <a:schemeClr val="accent3"/>
                </a:solidFill>
                <a:latin typeface="Bitter"/>
                <a:ea typeface="Bitter"/>
                <a:cs typeface="Bitter"/>
                <a:sym typeface="Bitter"/>
              </a:rPr>
              <a:t> This presentation template was created by </a:t>
            </a:r>
            <a:r>
              <a:rPr lang="en" sz="1100" b="1">
                <a:solidFill>
                  <a:schemeClr val="accent3"/>
                </a:solidFill>
                <a:uFill>
                  <a:noFill/>
                </a:uFill>
                <a:latin typeface="Bitter"/>
                <a:ea typeface="Bitter"/>
                <a:cs typeface="Bitter"/>
                <a:sym typeface="Bitter"/>
                <a:hlinkClick r:id="rId2">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a:t>
            </a:r>
            <a:r>
              <a:rPr lang="en" sz="1100">
                <a:solidFill>
                  <a:schemeClr val="accent3"/>
                </a:solidFill>
                <a:latin typeface="Bitter"/>
                <a:ea typeface="Bitter"/>
                <a:cs typeface="Bitter"/>
                <a:sym typeface="Bitter"/>
              </a:rPr>
              <a:t>, including icons by </a:t>
            </a:r>
            <a:r>
              <a:rPr lang="en" sz="1100" b="1">
                <a:solidFill>
                  <a:schemeClr val="accent3"/>
                </a:solidFill>
                <a:uFill>
                  <a:noFill/>
                </a:uFill>
                <a:latin typeface="Bitter"/>
                <a:ea typeface="Bitter"/>
                <a:cs typeface="Bitter"/>
                <a:sym typeface="Bitter"/>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Flaticon</a:t>
            </a:r>
            <a:r>
              <a:rPr lang="en" sz="1100">
                <a:solidFill>
                  <a:schemeClr val="accent3"/>
                </a:solidFill>
                <a:latin typeface="Bitter"/>
                <a:ea typeface="Bitter"/>
                <a:cs typeface="Bitter"/>
                <a:sym typeface="Bitter"/>
              </a:rPr>
              <a:t> and infographics &amp; images by </a:t>
            </a:r>
            <a:r>
              <a:rPr lang="en" sz="1100" b="1">
                <a:solidFill>
                  <a:schemeClr val="accent3"/>
                </a:solidFill>
                <a:uFill>
                  <a:noFill/>
                </a:uFill>
                <a:latin typeface="Bitter"/>
                <a:ea typeface="Bitter"/>
                <a:cs typeface="Bitter"/>
                <a:sym typeface="Bitter"/>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endParaRPr sz="1100" b="1">
              <a:solidFill>
                <a:schemeClr val="accent3"/>
              </a:solidFill>
              <a:latin typeface="Bitter"/>
              <a:ea typeface="Bitter"/>
              <a:cs typeface="Bitter"/>
              <a:sym typeface="Bitter"/>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ackground">
  <p:cSld name="CUSTOM_11">
    <p:spTree>
      <p:nvGrpSpPr>
        <p:cNvPr id="1" name="Shape 556"/>
        <p:cNvGrpSpPr/>
        <p:nvPr/>
      </p:nvGrpSpPr>
      <p:grpSpPr>
        <a:xfrm>
          <a:off x="0" y="0"/>
          <a:ext cx="0" cy="0"/>
          <a:chOff x="0" y="0"/>
          <a:chExt cx="0" cy="0"/>
        </a:xfrm>
      </p:grpSpPr>
      <p:grpSp>
        <p:nvGrpSpPr>
          <p:cNvPr id="557" name="Google Shape;557;p34"/>
          <p:cNvGrpSpPr/>
          <p:nvPr/>
        </p:nvGrpSpPr>
        <p:grpSpPr>
          <a:xfrm>
            <a:off x="-2019300" y="-914400"/>
            <a:ext cx="13468350" cy="7924800"/>
            <a:chOff x="-2019300" y="-914400"/>
            <a:chExt cx="13468350" cy="7924800"/>
          </a:xfrm>
        </p:grpSpPr>
        <p:sp>
          <p:nvSpPr>
            <p:cNvPr id="558" name="Google Shape;558;p34"/>
            <p:cNvSpPr/>
            <p:nvPr/>
          </p:nvSpPr>
          <p:spPr>
            <a:xfrm>
              <a:off x="-1371600" y="4495800"/>
              <a:ext cx="12820650" cy="2514600"/>
            </a:xfrm>
            <a:custGeom>
              <a:avLst/>
              <a:gdLst/>
              <a:ahLst/>
              <a:cxnLst/>
              <a:rect l="l" t="t" r="r" b="b"/>
              <a:pathLst>
                <a:path w="512826" h="100584" extrusionOk="0">
                  <a:moveTo>
                    <a:pt x="0" y="0"/>
                  </a:moveTo>
                  <a:lnTo>
                    <a:pt x="512826" y="2286"/>
                  </a:lnTo>
                  <a:lnTo>
                    <a:pt x="450342" y="100584"/>
                  </a:lnTo>
                  <a:lnTo>
                    <a:pt x="7620" y="87630"/>
                  </a:lnTo>
                  <a:close/>
                </a:path>
              </a:pathLst>
            </a:custGeom>
            <a:solidFill>
              <a:schemeClr val="accent1"/>
            </a:solidFill>
            <a:ln>
              <a:noFill/>
            </a:ln>
          </p:spPr>
        </p:sp>
        <p:sp>
          <p:nvSpPr>
            <p:cNvPr id="559" name="Google Shape;559;p34"/>
            <p:cNvSpPr/>
            <p:nvPr/>
          </p:nvSpPr>
          <p:spPr>
            <a:xfrm>
              <a:off x="-71800" y="-630350"/>
              <a:ext cx="6550800" cy="3542700"/>
            </a:xfrm>
            <a:custGeom>
              <a:avLst/>
              <a:gdLst/>
              <a:ahLst/>
              <a:cxnLst/>
              <a:rect l="l" t="t" r="r" b="b"/>
              <a:pathLst>
                <a:path w="262032" h="141708" extrusionOk="0">
                  <a:moveTo>
                    <a:pt x="638" y="20107"/>
                  </a:moveTo>
                  <a:lnTo>
                    <a:pt x="0" y="141708"/>
                  </a:lnTo>
                  <a:lnTo>
                    <a:pt x="262032" y="9894"/>
                  </a:lnTo>
                  <a:lnTo>
                    <a:pt x="87131" y="0"/>
                  </a:lnTo>
                  <a:close/>
                </a:path>
              </a:pathLst>
            </a:custGeom>
            <a:solidFill>
              <a:schemeClr val="lt2"/>
            </a:solidFill>
            <a:ln>
              <a:noFill/>
            </a:ln>
          </p:spPr>
        </p:sp>
        <p:sp>
          <p:nvSpPr>
            <p:cNvPr id="560" name="Google Shape;560;p34"/>
            <p:cNvSpPr/>
            <p:nvPr/>
          </p:nvSpPr>
          <p:spPr>
            <a:xfrm>
              <a:off x="-2019300" y="400050"/>
              <a:ext cx="6000750" cy="6134100"/>
            </a:xfrm>
            <a:custGeom>
              <a:avLst/>
              <a:gdLst/>
              <a:ahLst/>
              <a:cxnLst/>
              <a:rect l="l" t="t" r="r" b="b"/>
              <a:pathLst>
                <a:path w="240030" h="245364" extrusionOk="0">
                  <a:moveTo>
                    <a:pt x="70866" y="0"/>
                  </a:moveTo>
                  <a:lnTo>
                    <a:pt x="240030" y="245364"/>
                  </a:lnTo>
                  <a:lnTo>
                    <a:pt x="90028" y="216986"/>
                  </a:lnTo>
                  <a:lnTo>
                    <a:pt x="0" y="96774"/>
                  </a:lnTo>
                  <a:close/>
                </a:path>
              </a:pathLst>
            </a:custGeom>
            <a:solidFill>
              <a:schemeClr val="dk2"/>
            </a:solidFill>
            <a:ln>
              <a:noFill/>
            </a:ln>
          </p:spPr>
        </p:sp>
        <p:sp>
          <p:nvSpPr>
            <p:cNvPr id="561" name="Google Shape;561;p34"/>
            <p:cNvSpPr/>
            <p:nvPr/>
          </p:nvSpPr>
          <p:spPr>
            <a:xfrm>
              <a:off x="3905250" y="-914400"/>
              <a:ext cx="6267450" cy="2152650"/>
            </a:xfrm>
            <a:custGeom>
              <a:avLst/>
              <a:gdLst/>
              <a:ahLst/>
              <a:cxnLst/>
              <a:rect l="l" t="t" r="r" b="b"/>
              <a:pathLst>
                <a:path w="250698" h="86106" extrusionOk="0">
                  <a:moveTo>
                    <a:pt x="19050" y="0"/>
                  </a:moveTo>
                  <a:lnTo>
                    <a:pt x="7620" y="22098"/>
                  </a:lnTo>
                  <a:lnTo>
                    <a:pt x="0" y="73914"/>
                  </a:lnTo>
                  <a:lnTo>
                    <a:pt x="245364" y="86106"/>
                  </a:lnTo>
                  <a:lnTo>
                    <a:pt x="250698" y="8382"/>
                  </a:lnTo>
                  <a:close/>
                </a:path>
              </a:pathLst>
            </a:custGeom>
            <a:solidFill>
              <a:schemeClr val="accent2"/>
            </a:solidFill>
            <a:ln>
              <a:noFill/>
            </a:ln>
          </p:spPr>
        </p:sp>
        <p:sp>
          <p:nvSpPr>
            <p:cNvPr id="562" name="Google Shape;562;p34"/>
            <p:cNvSpPr/>
            <p:nvPr/>
          </p:nvSpPr>
          <p:spPr>
            <a:xfrm>
              <a:off x="7353300" y="933450"/>
              <a:ext cx="3562350" cy="5753100"/>
            </a:xfrm>
            <a:custGeom>
              <a:avLst/>
              <a:gdLst/>
              <a:ahLst/>
              <a:cxnLst/>
              <a:rect l="l" t="t" r="r" b="b"/>
              <a:pathLst>
                <a:path w="142494" h="230124" extrusionOk="0">
                  <a:moveTo>
                    <a:pt x="142494" y="0"/>
                  </a:moveTo>
                  <a:lnTo>
                    <a:pt x="44196" y="1524"/>
                  </a:lnTo>
                  <a:lnTo>
                    <a:pt x="0" y="201930"/>
                  </a:lnTo>
                  <a:lnTo>
                    <a:pt x="110490" y="230124"/>
                  </a:lnTo>
                  <a:close/>
                </a:path>
              </a:pathLst>
            </a:custGeom>
            <a:solidFill>
              <a:schemeClr val="accent3"/>
            </a:solidFill>
            <a:ln>
              <a:noFill/>
            </a:ln>
          </p:spPr>
        </p:sp>
      </p:grpSp>
      <p:sp>
        <p:nvSpPr>
          <p:cNvPr id="563" name="Google Shape;563;p34"/>
          <p:cNvSpPr/>
          <p:nvPr/>
        </p:nvSpPr>
        <p:spPr>
          <a:xfrm flipH="1">
            <a:off x="299725" y="367400"/>
            <a:ext cx="8309039" cy="4408874"/>
          </a:xfrm>
          <a:custGeom>
            <a:avLst/>
            <a:gdLst/>
            <a:ahLst/>
            <a:cxnLst/>
            <a:rect l="l" t="t" r="r" b="b"/>
            <a:pathLst>
              <a:path w="320040" h="169817" extrusionOk="0">
                <a:moveTo>
                  <a:pt x="0" y="0"/>
                </a:moveTo>
                <a:lnTo>
                  <a:pt x="1633" y="167531"/>
                </a:lnTo>
                <a:lnTo>
                  <a:pt x="320040" y="169817"/>
                </a:lnTo>
                <a:lnTo>
                  <a:pt x="310243" y="4246"/>
                </a:lnTo>
                <a:close/>
              </a:path>
            </a:pathLst>
          </a:custGeom>
          <a:solidFill>
            <a:srgbClr val="F3F3F3"/>
          </a:solidFill>
          <a:ln w="38100" cap="flat" cmpd="sng">
            <a:solidFill>
              <a:srgbClr val="ECE6D6"/>
            </a:solidFill>
            <a:prstDash val="solid"/>
            <a:miter lim="8000"/>
            <a:headEnd type="none" w="med" len="med"/>
            <a:tailEnd type="none" w="med" len="med"/>
          </a:ln>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Background 1">
  <p:cSld name="CUSTOM_12">
    <p:spTree>
      <p:nvGrpSpPr>
        <p:cNvPr id="1" name="Shape 564"/>
        <p:cNvGrpSpPr/>
        <p:nvPr/>
      </p:nvGrpSpPr>
      <p:grpSpPr>
        <a:xfrm>
          <a:off x="0" y="0"/>
          <a:ext cx="0" cy="0"/>
          <a:chOff x="0" y="0"/>
          <a:chExt cx="0" cy="0"/>
        </a:xfrm>
      </p:grpSpPr>
      <p:grpSp>
        <p:nvGrpSpPr>
          <p:cNvPr id="565" name="Google Shape;565;p35"/>
          <p:cNvGrpSpPr/>
          <p:nvPr/>
        </p:nvGrpSpPr>
        <p:grpSpPr>
          <a:xfrm>
            <a:off x="-800100" y="-1600200"/>
            <a:ext cx="12553950" cy="8439150"/>
            <a:chOff x="-800100" y="-1600200"/>
            <a:chExt cx="12553950" cy="8439150"/>
          </a:xfrm>
        </p:grpSpPr>
        <p:sp>
          <p:nvSpPr>
            <p:cNvPr id="566" name="Google Shape;566;p35"/>
            <p:cNvSpPr/>
            <p:nvPr/>
          </p:nvSpPr>
          <p:spPr>
            <a:xfrm>
              <a:off x="342900" y="-990600"/>
              <a:ext cx="6096000" cy="2228850"/>
            </a:xfrm>
            <a:custGeom>
              <a:avLst/>
              <a:gdLst/>
              <a:ahLst/>
              <a:cxnLst/>
              <a:rect l="l" t="t" r="r" b="b"/>
              <a:pathLst>
                <a:path w="243840" h="89154" extrusionOk="0">
                  <a:moveTo>
                    <a:pt x="0" y="14478"/>
                  </a:moveTo>
                  <a:lnTo>
                    <a:pt x="51054" y="87630"/>
                  </a:lnTo>
                  <a:lnTo>
                    <a:pt x="240030" y="89154"/>
                  </a:lnTo>
                  <a:lnTo>
                    <a:pt x="243840" y="0"/>
                  </a:lnTo>
                  <a:close/>
                </a:path>
              </a:pathLst>
            </a:custGeom>
            <a:solidFill>
              <a:schemeClr val="accent3"/>
            </a:solidFill>
            <a:ln>
              <a:noFill/>
            </a:ln>
          </p:spPr>
        </p:sp>
        <p:sp>
          <p:nvSpPr>
            <p:cNvPr id="567" name="Google Shape;567;p35"/>
            <p:cNvSpPr/>
            <p:nvPr/>
          </p:nvSpPr>
          <p:spPr>
            <a:xfrm>
              <a:off x="6038850" y="3905250"/>
              <a:ext cx="4114800" cy="2305050"/>
            </a:xfrm>
            <a:custGeom>
              <a:avLst/>
              <a:gdLst/>
              <a:ahLst/>
              <a:cxnLst/>
              <a:rect l="l" t="t" r="r" b="b"/>
              <a:pathLst>
                <a:path w="164592" h="92202" extrusionOk="0">
                  <a:moveTo>
                    <a:pt x="0" y="0"/>
                  </a:moveTo>
                  <a:lnTo>
                    <a:pt x="2286" y="92202"/>
                  </a:lnTo>
                  <a:lnTo>
                    <a:pt x="164592" y="84582"/>
                  </a:lnTo>
                  <a:lnTo>
                    <a:pt x="144780" y="0"/>
                  </a:lnTo>
                  <a:close/>
                </a:path>
              </a:pathLst>
            </a:custGeom>
            <a:solidFill>
              <a:schemeClr val="accent3"/>
            </a:solidFill>
            <a:ln>
              <a:noFill/>
            </a:ln>
          </p:spPr>
        </p:sp>
        <p:sp>
          <p:nvSpPr>
            <p:cNvPr id="568" name="Google Shape;568;p35"/>
            <p:cNvSpPr/>
            <p:nvPr/>
          </p:nvSpPr>
          <p:spPr>
            <a:xfrm>
              <a:off x="-800100" y="-914400"/>
              <a:ext cx="3467100" cy="3562350"/>
            </a:xfrm>
            <a:custGeom>
              <a:avLst/>
              <a:gdLst/>
              <a:ahLst/>
              <a:cxnLst/>
              <a:rect l="l" t="t" r="r" b="b"/>
              <a:pathLst>
                <a:path w="138684" h="142494" extrusionOk="0">
                  <a:moveTo>
                    <a:pt x="0" y="44196"/>
                  </a:moveTo>
                  <a:lnTo>
                    <a:pt x="13716" y="142494"/>
                  </a:lnTo>
                  <a:lnTo>
                    <a:pt x="138684" y="108204"/>
                  </a:lnTo>
                  <a:lnTo>
                    <a:pt x="118872" y="0"/>
                  </a:lnTo>
                  <a:close/>
                </a:path>
              </a:pathLst>
            </a:custGeom>
            <a:solidFill>
              <a:schemeClr val="accent1"/>
            </a:solidFill>
            <a:ln>
              <a:noFill/>
            </a:ln>
          </p:spPr>
        </p:sp>
        <p:sp>
          <p:nvSpPr>
            <p:cNvPr id="569" name="Google Shape;569;p35"/>
            <p:cNvSpPr/>
            <p:nvPr/>
          </p:nvSpPr>
          <p:spPr>
            <a:xfrm>
              <a:off x="7772400" y="1543050"/>
              <a:ext cx="3086100" cy="3657600"/>
            </a:xfrm>
            <a:custGeom>
              <a:avLst/>
              <a:gdLst/>
              <a:ahLst/>
              <a:cxnLst/>
              <a:rect l="l" t="t" r="r" b="b"/>
              <a:pathLst>
                <a:path w="123444" h="146304" extrusionOk="0">
                  <a:moveTo>
                    <a:pt x="93726" y="0"/>
                  </a:moveTo>
                  <a:lnTo>
                    <a:pt x="0" y="62484"/>
                  </a:lnTo>
                  <a:lnTo>
                    <a:pt x="19812" y="146304"/>
                  </a:lnTo>
                  <a:lnTo>
                    <a:pt x="123444" y="136398"/>
                  </a:lnTo>
                  <a:close/>
                </a:path>
              </a:pathLst>
            </a:custGeom>
            <a:solidFill>
              <a:schemeClr val="accent1"/>
            </a:solidFill>
            <a:ln>
              <a:noFill/>
            </a:ln>
          </p:spPr>
        </p:sp>
        <p:sp>
          <p:nvSpPr>
            <p:cNvPr id="570" name="Google Shape;570;p35"/>
            <p:cNvSpPr/>
            <p:nvPr/>
          </p:nvSpPr>
          <p:spPr>
            <a:xfrm>
              <a:off x="5524500" y="-1600200"/>
              <a:ext cx="5143500" cy="2781300"/>
            </a:xfrm>
            <a:custGeom>
              <a:avLst/>
              <a:gdLst/>
              <a:ahLst/>
              <a:cxnLst/>
              <a:rect l="l" t="t" r="r" b="b"/>
              <a:pathLst>
                <a:path w="205740" h="111252" extrusionOk="0">
                  <a:moveTo>
                    <a:pt x="0" y="3048"/>
                  </a:moveTo>
                  <a:lnTo>
                    <a:pt x="16002" y="99822"/>
                  </a:lnTo>
                  <a:lnTo>
                    <a:pt x="203454" y="111252"/>
                  </a:lnTo>
                  <a:lnTo>
                    <a:pt x="205740" y="0"/>
                  </a:lnTo>
                  <a:close/>
                </a:path>
              </a:pathLst>
            </a:custGeom>
            <a:solidFill>
              <a:schemeClr val="accent2"/>
            </a:solidFill>
            <a:ln>
              <a:noFill/>
            </a:ln>
          </p:spPr>
        </p:sp>
        <p:sp>
          <p:nvSpPr>
            <p:cNvPr id="571" name="Google Shape;571;p35"/>
            <p:cNvSpPr/>
            <p:nvPr/>
          </p:nvSpPr>
          <p:spPr>
            <a:xfrm>
              <a:off x="-781050" y="1809750"/>
              <a:ext cx="2038350" cy="4991100"/>
            </a:xfrm>
            <a:custGeom>
              <a:avLst/>
              <a:gdLst/>
              <a:ahLst/>
              <a:cxnLst/>
              <a:rect l="l" t="t" r="r" b="b"/>
              <a:pathLst>
                <a:path w="81534" h="199644" extrusionOk="0">
                  <a:moveTo>
                    <a:pt x="0" y="162306"/>
                  </a:moveTo>
                  <a:lnTo>
                    <a:pt x="3810" y="149352"/>
                  </a:lnTo>
                  <a:lnTo>
                    <a:pt x="4572" y="11430"/>
                  </a:lnTo>
                  <a:lnTo>
                    <a:pt x="81534" y="0"/>
                  </a:lnTo>
                  <a:lnTo>
                    <a:pt x="74676" y="199644"/>
                  </a:lnTo>
                  <a:close/>
                </a:path>
              </a:pathLst>
            </a:custGeom>
            <a:solidFill>
              <a:schemeClr val="accent2"/>
            </a:solidFill>
            <a:ln>
              <a:noFill/>
            </a:ln>
          </p:spPr>
        </p:sp>
        <p:sp>
          <p:nvSpPr>
            <p:cNvPr id="572" name="Google Shape;572;p35"/>
            <p:cNvSpPr/>
            <p:nvPr/>
          </p:nvSpPr>
          <p:spPr>
            <a:xfrm>
              <a:off x="190500" y="4267200"/>
              <a:ext cx="4800600" cy="2209800"/>
            </a:xfrm>
            <a:custGeom>
              <a:avLst/>
              <a:gdLst/>
              <a:ahLst/>
              <a:cxnLst/>
              <a:rect l="l" t="t" r="r" b="b"/>
              <a:pathLst>
                <a:path w="192024" h="88392" extrusionOk="0">
                  <a:moveTo>
                    <a:pt x="0" y="0"/>
                  </a:moveTo>
                  <a:lnTo>
                    <a:pt x="176784" y="0"/>
                  </a:lnTo>
                  <a:lnTo>
                    <a:pt x="192024" y="88392"/>
                  </a:lnTo>
                  <a:lnTo>
                    <a:pt x="22098" y="51054"/>
                  </a:lnTo>
                  <a:close/>
                </a:path>
              </a:pathLst>
            </a:custGeom>
            <a:solidFill>
              <a:schemeClr val="dk2"/>
            </a:solidFill>
            <a:ln>
              <a:noFill/>
            </a:ln>
          </p:spPr>
        </p:sp>
        <p:sp>
          <p:nvSpPr>
            <p:cNvPr id="573" name="Google Shape;573;p35"/>
            <p:cNvSpPr/>
            <p:nvPr/>
          </p:nvSpPr>
          <p:spPr>
            <a:xfrm>
              <a:off x="7429500" y="-38100"/>
              <a:ext cx="4324350" cy="3771900"/>
            </a:xfrm>
            <a:custGeom>
              <a:avLst/>
              <a:gdLst/>
              <a:ahLst/>
              <a:cxnLst/>
              <a:rect l="l" t="t" r="r" b="b"/>
              <a:pathLst>
                <a:path w="172974" h="150876" extrusionOk="0">
                  <a:moveTo>
                    <a:pt x="0" y="16764"/>
                  </a:moveTo>
                  <a:lnTo>
                    <a:pt x="7620" y="22098"/>
                  </a:lnTo>
                  <a:lnTo>
                    <a:pt x="44196" y="150876"/>
                  </a:lnTo>
                  <a:lnTo>
                    <a:pt x="172974" y="127254"/>
                  </a:lnTo>
                  <a:lnTo>
                    <a:pt x="151638" y="0"/>
                  </a:lnTo>
                  <a:close/>
                </a:path>
              </a:pathLst>
            </a:custGeom>
            <a:solidFill>
              <a:schemeClr val="dk2"/>
            </a:solidFill>
            <a:ln>
              <a:noFill/>
            </a:ln>
          </p:spPr>
        </p:sp>
        <p:sp>
          <p:nvSpPr>
            <p:cNvPr id="574" name="Google Shape;574;p35"/>
            <p:cNvSpPr/>
            <p:nvPr/>
          </p:nvSpPr>
          <p:spPr>
            <a:xfrm>
              <a:off x="2686050" y="3905250"/>
              <a:ext cx="6153150" cy="2933700"/>
            </a:xfrm>
            <a:custGeom>
              <a:avLst/>
              <a:gdLst/>
              <a:ahLst/>
              <a:cxnLst/>
              <a:rect l="l" t="t" r="r" b="b"/>
              <a:pathLst>
                <a:path w="246126" h="117348" extrusionOk="0">
                  <a:moveTo>
                    <a:pt x="38862" y="3048"/>
                  </a:moveTo>
                  <a:lnTo>
                    <a:pt x="0" y="86868"/>
                  </a:lnTo>
                  <a:lnTo>
                    <a:pt x="246126" y="117348"/>
                  </a:lnTo>
                  <a:lnTo>
                    <a:pt x="174498" y="0"/>
                  </a:lnTo>
                  <a:close/>
                </a:path>
              </a:pathLst>
            </a:custGeom>
            <a:solidFill>
              <a:schemeClr val="lt2"/>
            </a:solidFill>
            <a:ln>
              <a:noFill/>
            </a:ln>
          </p:spPr>
        </p:sp>
      </p:grpSp>
      <p:sp>
        <p:nvSpPr>
          <p:cNvPr id="575" name="Google Shape;575;p35"/>
          <p:cNvSpPr/>
          <p:nvPr/>
        </p:nvSpPr>
        <p:spPr>
          <a:xfrm>
            <a:off x="414900" y="539500"/>
            <a:ext cx="8322175" cy="4389318"/>
          </a:xfrm>
          <a:custGeom>
            <a:avLst/>
            <a:gdLst/>
            <a:ahLst/>
            <a:cxnLst/>
            <a:rect l="l" t="t" r="r" b="b"/>
            <a:pathLst>
              <a:path w="332887" h="145764" extrusionOk="0">
                <a:moveTo>
                  <a:pt x="0" y="0"/>
                </a:moveTo>
                <a:lnTo>
                  <a:pt x="332887" y="958"/>
                </a:lnTo>
                <a:lnTo>
                  <a:pt x="329812" y="145764"/>
                </a:lnTo>
                <a:lnTo>
                  <a:pt x="878" y="140432"/>
                </a:lnTo>
                <a:close/>
              </a:path>
            </a:pathLst>
          </a:custGeom>
          <a:solidFill>
            <a:schemeClr val="dk1"/>
          </a:solidFill>
          <a:ln w="38100" cap="flat" cmpd="sng">
            <a:solidFill>
              <a:schemeClr val="lt1"/>
            </a:solidFill>
            <a:prstDash val="solid"/>
            <a:round/>
            <a:headEnd type="none" w="med" len="med"/>
            <a:tailEnd type="none" w="med" len="med"/>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4"/>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539500"/>
            <a:ext cx="7717500" cy="572700"/>
          </a:xfrm>
          <a:prstGeom prst="rect">
            <a:avLst/>
          </a:prstGeom>
          <a:noFill/>
          <a:ln>
            <a:noFill/>
          </a:ln>
        </p:spPr>
        <p:txBody>
          <a:bodyPr spcFirstLastPara="1" wrap="square" lIns="91425" tIns="91425" rIns="91425" bIns="91425" anchor="ctr" anchorCtr="0">
            <a:noAutofit/>
          </a:bodyPr>
          <a:lstStyle>
            <a:lvl1pPr lvl="0">
              <a:lnSpc>
                <a:spcPct val="100000"/>
              </a:lnSpc>
              <a:spcBef>
                <a:spcPts val="0"/>
              </a:spcBef>
              <a:spcAft>
                <a:spcPts val="0"/>
              </a:spcAft>
              <a:buClr>
                <a:schemeClr val="accent3"/>
              </a:buClr>
              <a:buSzPts val="3200"/>
              <a:buFont typeface="Vollkorn Black"/>
              <a:buNone/>
              <a:defRPr sz="3200">
                <a:solidFill>
                  <a:schemeClr val="accent3"/>
                </a:solidFill>
                <a:latin typeface="Vollkorn Black"/>
                <a:ea typeface="Vollkorn Black"/>
                <a:cs typeface="Vollkorn Black"/>
                <a:sym typeface="Vollkorn Black"/>
              </a:defRPr>
            </a:lvl1pPr>
            <a:lvl2pPr lvl="1">
              <a:lnSpc>
                <a:spcPct val="100000"/>
              </a:lnSpc>
              <a:spcBef>
                <a:spcPts val="0"/>
              </a:spcBef>
              <a:spcAft>
                <a:spcPts val="0"/>
              </a:spcAft>
              <a:buClr>
                <a:schemeClr val="accent3"/>
              </a:buClr>
              <a:buSzPts val="2800"/>
              <a:buNone/>
              <a:defRPr sz="2800">
                <a:solidFill>
                  <a:schemeClr val="accent3"/>
                </a:solidFill>
              </a:defRPr>
            </a:lvl2pPr>
            <a:lvl3pPr lvl="2">
              <a:lnSpc>
                <a:spcPct val="100000"/>
              </a:lnSpc>
              <a:spcBef>
                <a:spcPts val="0"/>
              </a:spcBef>
              <a:spcAft>
                <a:spcPts val="0"/>
              </a:spcAft>
              <a:buClr>
                <a:schemeClr val="accent3"/>
              </a:buClr>
              <a:buSzPts val="2800"/>
              <a:buNone/>
              <a:defRPr sz="2800">
                <a:solidFill>
                  <a:schemeClr val="accent3"/>
                </a:solidFill>
              </a:defRPr>
            </a:lvl3pPr>
            <a:lvl4pPr lvl="3">
              <a:lnSpc>
                <a:spcPct val="100000"/>
              </a:lnSpc>
              <a:spcBef>
                <a:spcPts val="0"/>
              </a:spcBef>
              <a:spcAft>
                <a:spcPts val="0"/>
              </a:spcAft>
              <a:buClr>
                <a:schemeClr val="accent3"/>
              </a:buClr>
              <a:buSzPts val="2800"/>
              <a:buNone/>
              <a:defRPr sz="2800">
                <a:solidFill>
                  <a:schemeClr val="accent3"/>
                </a:solidFill>
              </a:defRPr>
            </a:lvl4pPr>
            <a:lvl5pPr lvl="4">
              <a:lnSpc>
                <a:spcPct val="100000"/>
              </a:lnSpc>
              <a:spcBef>
                <a:spcPts val="0"/>
              </a:spcBef>
              <a:spcAft>
                <a:spcPts val="0"/>
              </a:spcAft>
              <a:buClr>
                <a:schemeClr val="accent3"/>
              </a:buClr>
              <a:buSzPts val="2800"/>
              <a:buNone/>
              <a:defRPr sz="2800">
                <a:solidFill>
                  <a:schemeClr val="accent3"/>
                </a:solidFill>
              </a:defRPr>
            </a:lvl5pPr>
            <a:lvl6pPr lvl="5">
              <a:lnSpc>
                <a:spcPct val="100000"/>
              </a:lnSpc>
              <a:spcBef>
                <a:spcPts val="0"/>
              </a:spcBef>
              <a:spcAft>
                <a:spcPts val="0"/>
              </a:spcAft>
              <a:buClr>
                <a:schemeClr val="accent3"/>
              </a:buClr>
              <a:buSzPts val="2800"/>
              <a:buNone/>
              <a:defRPr sz="2800">
                <a:solidFill>
                  <a:schemeClr val="accent3"/>
                </a:solidFill>
              </a:defRPr>
            </a:lvl6pPr>
            <a:lvl7pPr lvl="6">
              <a:lnSpc>
                <a:spcPct val="100000"/>
              </a:lnSpc>
              <a:spcBef>
                <a:spcPts val="0"/>
              </a:spcBef>
              <a:spcAft>
                <a:spcPts val="0"/>
              </a:spcAft>
              <a:buClr>
                <a:schemeClr val="accent3"/>
              </a:buClr>
              <a:buSzPts val="2800"/>
              <a:buNone/>
              <a:defRPr sz="2800">
                <a:solidFill>
                  <a:schemeClr val="accent3"/>
                </a:solidFill>
              </a:defRPr>
            </a:lvl7pPr>
            <a:lvl8pPr lvl="7">
              <a:lnSpc>
                <a:spcPct val="100000"/>
              </a:lnSpc>
              <a:spcBef>
                <a:spcPts val="0"/>
              </a:spcBef>
              <a:spcAft>
                <a:spcPts val="0"/>
              </a:spcAft>
              <a:buClr>
                <a:schemeClr val="accent3"/>
              </a:buClr>
              <a:buSzPts val="2800"/>
              <a:buNone/>
              <a:defRPr sz="2800">
                <a:solidFill>
                  <a:schemeClr val="accent3"/>
                </a:solidFill>
              </a:defRPr>
            </a:lvl8pPr>
            <a:lvl9pPr lvl="8">
              <a:lnSpc>
                <a:spcPct val="100000"/>
              </a:lnSpc>
              <a:spcBef>
                <a:spcPts val="0"/>
              </a:spcBef>
              <a:spcAft>
                <a:spcPts val="0"/>
              </a:spcAft>
              <a:buClr>
                <a:schemeClr val="accent3"/>
              </a:buClr>
              <a:buSzPts val="2800"/>
              <a:buNone/>
              <a:defRPr sz="2800">
                <a:solidFill>
                  <a:schemeClr val="accent3"/>
                </a:solidFill>
              </a:defRPr>
            </a:lvl9pPr>
          </a:lstStyle>
          <a:p>
            <a:endParaRPr/>
          </a:p>
        </p:txBody>
      </p:sp>
      <p:sp>
        <p:nvSpPr>
          <p:cNvPr id="7" name="Google Shape;7;p1"/>
          <p:cNvSpPr txBox="1">
            <a:spLocks noGrp="1"/>
          </p:cNvSpPr>
          <p:nvPr>
            <p:ph type="body" idx="1"/>
          </p:nvPr>
        </p:nvSpPr>
        <p:spPr>
          <a:xfrm>
            <a:off x="713225" y="1261350"/>
            <a:ext cx="7717500" cy="33471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accent3"/>
              </a:buClr>
              <a:buSzPts val="1400"/>
              <a:buFont typeface="Bitter"/>
              <a:buChar char="●"/>
              <a:defRPr>
                <a:solidFill>
                  <a:schemeClr val="accent3"/>
                </a:solidFill>
                <a:latin typeface="Bitter"/>
                <a:ea typeface="Bitter"/>
                <a:cs typeface="Bitter"/>
                <a:sym typeface="Bitter"/>
              </a:defRPr>
            </a:lvl1pPr>
            <a:lvl2pPr marL="914400" lvl="1" indent="-317500">
              <a:lnSpc>
                <a:spcPct val="100000"/>
              </a:lnSpc>
              <a:spcBef>
                <a:spcPts val="0"/>
              </a:spcBef>
              <a:spcAft>
                <a:spcPts val="0"/>
              </a:spcAft>
              <a:buClr>
                <a:schemeClr val="accent3"/>
              </a:buClr>
              <a:buSzPts val="1400"/>
              <a:buFont typeface="Bitter"/>
              <a:buChar char="○"/>
              <a:defRPr>
                <a:solidFill>
                  <a:schemeClr val="accent3"/>
                </a:solidFill>
                <a:latin typeface="Bitter"/>
                <a:ea typeface="Bitter"/>
                <a:cs typeface="Bitter"/>
                <a:sym typeface="Bitter"/>
              </a:defRPr>
            </a:lvl2pPr>
            <a:lvl3pPr marL="1371600" lvl="2" indent="-317500">
              <a:lnSpc>
                <a:spcPct val="100000"/>
              </a:lnSpc>
              <a:spcBef>
                <a:spcPts val="0"/>
              </a:spcBef>
              <a:spcAft>
                <a:spcPts val="0"/>
              </a:spcAft>
              <a:buClr>
                <a:schemeClr val="accent3"/>
              </a:buClr>
              <a:buSzPts val="1400"/>
              <a:buFont typeface="Bitter"/>
              <a:buChar char="■"/>
              <a:defRPr>
                <a:solidFill>
                  <a:schemeClr val="accent3"/>
                </a:solidFill>
                <a:latin typeface="Bitter"/>
                <a:ea typeface="Bitter"/>
                <a:cs typeface="Bitter"/>
                <a:sym typeface="Bitter"/>
              </a:defRPr>
            </a:lvl3pPr>
            <a:lvl4pPr marL="1828800" lvl="3" indent="-317500">
              <a:lnSpc>
                <a:spcPct val="100000"/>
              </a:lnSpc>
              <a:spcBef>
                <a:spcPts val="0"/>
              </a:spcBef>
              <a:spcAft>
                <a:spcPts val="0"/>
              </a:spcAft>
              <a:buClr>
                <a:schemeClr val="accent3"/>
              </a:buClr>
              <a:buSzPts val="1400"/>
              <a:buFont typeface="Bitter"/>
              <a:buChar char="●"/>
              <a:defRPr>
                <a:solidFill>
                  <a:schemeClr val="accent3"/>
                </a:solidFill>
                <a:latin typeface="Bitter"/>
                <a:ea typeface="Bitter"/>
                <a:cs typeface="Bitter"/>
                <a:sym typeface="Bitter"/>
              </a:defRPr>
            </a:lvl4pPr>
            <a:lvl5pPr marL="2286000" lvl="4" indent="-317500">
              <a:lnSpc>
                <a:spcPct val="100000"/>
              </a:lnSpc>
              <a:spcBef>
                <a:spcPts val="0"/>
              </a:spcBef>
              <a:spcAft>
                <a:spcPts val="0"/>
              </a:spcAft>
              <a:buClr>
                <a:schemeClr val="accent3"/>
              </a:buClr>
              <a:buSzPts val="1400"/>
              <a:buFont typeface="Bitter"/>
              <a:buChar char="○"/>
              <a:defRPr>
                <a:solidFill>
                  <a:schemeClr val="accent3"/>
                </a:solidFill>
                <a:latin typeface="Bitter"/>
                <a:ea typeface="Bitter"/>
                <a:cs typeface="Bitter"/>
                <a:sym typeface="Bitter"/>
              </a:defRPr>
            </a:lvl5pPr>
            <a:lvl6pPr marL="2743200" lvl="5" indent="-317500">
              <a:lnSpc>
                <a:spcPct val="100000"/>
              </a:lnSpc>
              <a:spcBef>
                <a:spcPts val="0"/>
              </a:spcBef>
              <a:spcAft>
                <a:spcPts val="0"/>
              </a:spcAft>
              <a:buClr>
                <a:schemeClr val="accent3"/>
              </a:buClr>
              <a:buSzPts val="1400"/>
              <a:buFont typeface="Bitter"/>
              <a:buChar char="■"/>
              <a:defRPr>
                <a:solidFill>
                  <a:schemeClr val="accent3"/>
                </a:solidFill>
                <a:latin typeface="Bitter"/>
                <a:ea typeface="Bitter"/>
                <a:cs typeface="Bitter"/>
                <a:sym typeface="Bitter"/>
              </a:defRPr>
            </a:lvl6pPr>
            <a:lvl7pPr marL="3200400" lvl="6" indent="-317500">
              <a:lnSpc>
                <a:spcPct val="100000"/>
              </a:lnSpc>
              <a:spcBef>
                <a:spcPts val="0"/>
              </a:spcBef>
              <a:spcAft>
                <a:spcPts val="0"/>
              </a:spcAft>
              <a:buClr>
                <a:schemeClr val="accent3"/>
              </a:buClr>
              <a:buSzPts val="1400"/>
              <a:buFont typeface="Bitter"/>
              <a:buChar char="●"/>
              <a:defRPr>
                <a:solidFill>
                  <a:schemeClr val="accent3"/>
                </a:solidFill>
                <a:latin typeface="Bitter"/>
                <a:ea typeface="Bitter"/>
                <a:cs typeface="Bitter"/>
                <a:sym typeface="Bitter"/>
              </a:defRPr>
            </a:lvl7pPr>
            <a:lvl8pPr marL="3657600" lvl="7" indent="-317500">
              <a:lnSpc>
                <a:spcPct val="100000"/>
              </a:lnSpc>
              <a:spcBef>
                <a:spcPts val="0"/>
              </a:spcBef>
              <a:spcAft>
                <a:spcPts val="0"/>
              </a:spcAft>
              <a:buClr>
                <a:schemeClr val="accent3"/>
              </a:buClr>
              <a:buSzPts val="1400"/>
              <a:buFont typeface="Bitter"/>
              <a:buChar char="○"/>
              <a:defRPr>
                <a:solidFill>
                  <a:schemeClr val="accent3"/>
                </a:solidFill>
                <a:latin typeface="Bitter"/>
                <a:ea typeface="Bitter"/>
                <a:cs typeface="Bitter"/>
                <a:sym typeface="Bitter"/>
              </a:defRPr>
            </a:lvl8pPr>
            <a:lvl9pPr marL="4114800" lvl="8" indent="-317500">
              <a:lnSpc>
                <a:spcPct val="100000"/>
              </a:lnSpc>
              <a:spcBef>
                <a:spcPts val="0"/>
              </a:spcBef>
              <a:spcAft>
                <a:spcPts val="0"/>
              </a:spcAft>
              <a:buClr>
                <a:schemeClr val="accent3"/>
              </a:buClr>
              <a:buSzPts val="1400"/>
              <a:buFont typeface="Bitter"/>
              <a:buChar char="■"/>
              <a:defRPr>
                <a:solidFill>
                  <a:schemeClr val="accent3"/>
                </a:solidFill>
                <a:latin typeface="Bitter"/>
                <a:ea typeface="Bitter"/>
                <a:cs typeface="Bitter"/>
                <a:sym typeface="Bitter"/>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5.xml"/><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5.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5.xml"/><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36"/>
          <p:cNvSpPr txBox="1">
            <a:spLocks noGrp="1"/>
          </p:cNvSpPr>
          <p:nvPr>
            <p:ph type="ctrTitle"/>
          </p:nvPr>
        </p:nvSpPr>
        <p:spPr>
          <a:xfrm>
            <a:off x="713225" y="745275"/>
            <a:ext cx="5796600" cy="313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BACKUPS Y RESTORE </a:t>
            </a:r>
            <a:endParaRPr/>
          </a:p>
        </p:txBody>
      </p:sp>
      <p:sp>
        <p:nvSpPr>
          <p:cNvPr id="581" name="Google Shape;581;p36"/>
          <p:cNvSpPr/>
          <p:nvPr/>
        </p:nvSpPr>
        <p:spPr>
          <a:xfrm>
            <a:off x="6430475" y="795600"/>
            <a:ext cx="2000250" cy="571500"/>
          </a:xfrm>
          <a:custGeom>
            <a:avLst/>
            <a:gdLst/>
            <a:ahLst/>
            <a:cxnLst/>
            <a:rect l="l" t="t" r="r" b="b"/>
            <a:pathLst>
              <a:path w="80010" h="22860" extrusionOk="0">
                <a:moveTo>
                  <a:pt x="80010" y="7239"/>
                </a:moveTo>
                <a:lnTo>
                  <a:pt x="58018" y="1098"/>
                </a:lnTo>
                <a:lnTo>
                  <a:pt x="0" y="0"/>
                </a:lnTo>
                <a:lnTo>
                  <a:pt x="5715" y="22860"/>
                </a:lnTo>
                <a:lnTo>
                  <a:pt x="79629" y="18288"/>
                </a:lnTo>
                <a:close/>
              </a:path>
            </a:pathLst>
          </a:custGeom>
          <a:solidFill>
            <a:schemeClr val="accent1"/>
          </a:solidFill>
          <a:ln>
            <a:noFill/>
          </a:ln>
        </p:spPr>
      </p:sp>
      <p:sp>
        <p:nvSpPr>
          <p:cNvPr id="582" name="Google Shape;582;p36"/>
          <p:cNvSpPr txBox="1">
            <a:spLocks noGrp="1"/>
          </p:cNvSpPr>
          <p:nvPr>
            <p:ph type="subTitle" idx="3"/>
          </p:nvPr>
        </p:nvSpPr>
        <p:spPr>
          <a:xfrm>
            <a:off x="6529850" y="854850"/>
            <a:ext cx="1801500" cy="453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MySQL</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86"/>
        <p:cNvGrpSpPr/>
        <p:nvPr/>
      </p:nvGrpSpPr>
      <p:grpSpPr>
        <a:xfrm>
          <a:off x="0" y="0"/>
          <a:ext cx="0" cy="0"/>
          <a:chOff x="0" y="0"/>
          <a:chExt cx="0" cy="0"/>
        </a:xfrm>
      </p:grpSpPr>
      <p:sp>
        <p:nvSpPr>
          <p:cNvPr id="587" name="Google Shape;587;p37"/>
          <p:cNvSpPr/>
          <p:nvPr/>
        </p:nvSpPr>
        <p:spPr>
          <a:xfrm>
            <a:off x="355200" y="291450"/>
            <a:ext cx="8460925" cy="856100"/>
          </a:xfrm>
          <a:custGeom>
            <a:avLst/>
            <a:gdLst/>
            <a:ahLst/>
            <a:cxnLst/>
            <a:rect l="l" t="t" r="r" b="b"/>
            <a:pathLst>
              <a:path w="338437" h="34244" extrusionOk="0">
                <a:moveTo>
                  <a:pt x="0" y="0"/>
                </a:moveTo>
                <a:lnTo>
                  <a:pt x="2186" y="34244"/>
                </a:lnTo>
                <a:lnTo>
                  <a:pt x="334794" y="33880"/>
                </a:lnTo>
                <a:lnTo>
                  <a:pt x="338437" y="6193"/>
                </a:lnTo>
                <a:close/>
              </a:path>
            </a:pathLst>
          </a:custGeom>
          <a:solidFill>
            <a:schemeClr val="accent3"/>
          </a:solidFill>
          <a:ln w="38100" cap="flat" cmpd="sng">
            <a:solidFill>
              <a:schemeClr val="lt1"/>
            </a:solidFill>
            <a:prstDash val="solid"/>
            <a:round/>
            <a:headEnd type="none" w="med" len="med"/>
            <a:tailEnd type="none" w="med" len="med"/>
          </a:ln>
        </p:spPr>
      </p:sp>
      <p:sp>
        <p:nvSpPr>
          <p:cNvPr id="588" name="Google Shape;588;p37"/>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COMANDOS</a:t>
            </a:r>
            <a:endParaRPr/>
          </a:p>
        </p:txBody>
      </p:sp>
      <p:sp>
        <p:nvSpPr>
          <p:cNvPr id="589" name="Google Shape;589;p37"/>
          <p:cNvSpPr txBox="1"/>
          <p:nvPr/>
        </p:nvSpPr>
        <p:spPr>
          <a:xfrm>
            <a:off x="720000" y="1354375"/>
            <a:ext cx="7704000" cy="479700"/>
          </a:xfrm>
          <a:prstGeom prst="rect">
            <a:avLst/>
          </a:prstGeom>
          <a:noFill/>
          <a:ln>
            <a:noFill/>
          </a:ln>
        </p:spPr>
        <p:txBody>
          <a:bodyPr spcFirstLastPara="1" wrap="square" lIns="91425" tIns="91425" rIns="0" bIns="91425" anchor="t" anchorCtr="0">
            <a:noAutofit/>
          </a:bodyPr>
          <a:lstStyle/>
          <a:p>
            <a:pPr marL="0" lvl="0" indent="0" algn="ctr" rtl="0">
              <a:spcBef>
                <a:spcPts val="0"/>
              </a:spcBef>
              <a:spcAft>
                <a:spcPts val="0"/>
              </a:spcAft>
              <a:buNone/>
            </a:pPr>
            <a:endParaRPr sz="1200">
              <a:solidFill>
                <a:srgbClr val="191919"/>
              </a:solidFill>
              <a:latin typeface="Bitter"/>
              <a:ea typeface="Bitter"/>
              <a:cs typeface="Bitter"/>
              <a:sym typeface="Bitter"/>
            </a:endParaRPr>
          </a:p>
          <a:p>
            <a:pPr marL="0" lvl="0" indent="0" algn="ctr" rtl="0">
              <a:spcBef>
                <a:spcPts val="0"/>
              </a:spcBef>
              <a:spcAft>
                <a:spcPts val="0"/>
              </a:spcAft>
              <a:buNone/>
            </a:pPr>
            <a:endParaRPr sz="1200" b="1">
              <a:solidFill>
                <a:srgbClr val="6E6EE3"/>
              </a:solidFill>
              <a:latin typeface="Bitter"/>
              <a:ea typeface="Bitter"/>
              <a:cs typeface="Bitter"/>
              <a:sym typeface="Bitter"/>
            </a:endParaRPr>
          </a:p>
        </p:txBody>
      </p:sp>
      <p:sp>
        <p:nvSpPr>
          <p:cNvPr id="590" name="Google Shape;590;p37"/>
          <p:cNvSpPr txBox="1"/>
          <p:nvPr/>
        </p:nvSpPr>
        <p:spPr>
          <a:xfrm>
            <a:off x="720000" y="4251600"/>
            <a:ext cx="3852000" cy="357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000" b="1">
              <a:solidFill>
                <a:schemeClr val="accent1"/>
              </a:solidFill>
              <a:latin typeface="Bitter"/>
              <a:ea typeface="Bitter"/>
              <a:cs typeface="Bitter"/>
              <a:sym typeface="Bitter"/>
            </a:endParaRPr>
          </a:p>
        </p:txBody>
      </p:sp>
      <p:sp>
        <p:nvSpPr>
          <p:cNvPr id="591" name="Google Shape;591;p37"/>
          <p:cNvSpPr txBox="1"/>
          <p:nvPr/>
        </p:nvSpPr>
        <p:spPr>
          <a:xfrm>
            <a:off x="4572000" y="4251600"/>
            <a:ext cx="3852000" cy="357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000" b="1">
              <a:solidFill>
                <a:schemeClr val="accent1"/>
              </a:solidFill>
              <a:latin typeface="Bitter"/>
              <a:ea typeface="Bitter"/>
              <a:cs typeface="Bitter"/>
              <a:sym typeface="Bitter"/>
            </a:endParaRPr>
          </a:p>
        </p:txBody>
      </p:sp>
      <p:sp>
        <p:nvSpPr>
          <p:cNvPr id="592" name="Google Shape;592;p37"/>
          <p:cNvSpPr txBox="1"/>
          <p:nvPr/>
        </p:nvSpPr>
        <p:spPr>
          <a:xfrm>
            <a:off x="899375" y="1496300"/>
            <a:ext cx="73452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Bitter"/>
                <a:ea typeface="Bitter"/>
                <a:cs typeface="Bitter"/>
                <a:sym typeface="Bitter"/>
              </a:rPr>
              <a:t>Todos los comandos próximos a ejecutar deben hacerse fuera del gestor de base de datos, es decir, sobre el sistema operativo.</a:t>
            </a:r>
            <a:endParaRPr>
              <a:latin typeface="Bitter"/>
              <a:ea typeface="Bitter"/>
              <a:cs typeface="Bitter"/>
              <a:sym typeface="Bitter"/>
            </a:endParaRPr>
          </a:p>
        </p:txBody>
      </p:sp>
      <p:pic>
        <p:nvPicPr>
          <p:cNvPr id="593" name="Google Shape;593;p37"/>
          <p:cNvPicPr preferRelativeResize="0"/>
          <p:nvPr/>
        </p:nvPicPr>
        <p:blipFill>
          <a:blip r:embed="rId3">
            <a:alphaModFix/>
          </a:blip>
          <a:stretch>
            <a:fillRect/>
          </a:stretch>
        </p:blipFill>
        <p:spPr>
          <a:xfrm>
            <a:off x="758775" y="2410725"/>
            <a:ext cx="5524500" cy="809625"/>
          </a:xfrm>
          <a:prstGeom prst="rect">
            <a:avLst/>
          </a:prstGeom>
          <a:noFill/>
          <a:ln>
            <a:noFill/>
          </a:ln>
        </p:spPr>
      </p:pic>
      <p:pic>
        <p:nvPicPr>
          <p:cNvPr id="594" name="Google Shape;594;p37"/>
          <p:cNvPicPr preferRelativeResize="0"/>
          <p:nvPr/>
        </p:nvPicPr>
        <p:blipFill>
          <a:blip r:embed="rId4">
            <a:alphaModFix/>
          </a:blip>
          <a:stretch>
            <a:fillRect/>
          </a:stretch>
        </p:blipFill>
        <p:spPr>
          <a:xfrm>
            <a:off x="3408725" y="3449213"/>
            <a:ext cx="4893621" cy="93861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98"/>
        <p:cNvGrpSpPr/>
        <p:nvPr/>
      </p:nvGrpSpPr>
      <p:grpSpPr>
        <a:xfrm>
          <a:off x="0" y="0"/>
          <a:ext cx="0" cy="0"/>
          <a:chOff x="0" y="0"/>
          <a:chExt cx="0" cy="0"/>
        </a:xfrm>
      </p:grpSpPr>
      <p:sp>
        <p:nvSpPr>
          <p:cNvPr id="599" name="Google Shape;599;p38"/>
          <p:cNvSpPr/>
          <p:nvPr/>
        </p:nvSpPr>
        <p:spPr>
          <a:xfrm>
            <a:off x="355200" y="291450"/>
            <a:ext cx="8460925" cy="856100"/>
          </a:xfrm>
          <a:custGeom>
            <a:avLst/>
            <a:gdLst/>
            <a:ahLst/>
            <a:cxnLst/>
            <a:rect l="l" t="t" r="r" b="b"/>
            <a:pathLst>
              <a:path w="338437" h="34244" extrusionOk="0">
                <a:moveTo>
                  <a:pt x="0" y="0"/>
                </a:moveTo>
                <a:lnTo>
                  <a:pt x="2186" y="34244"/>
                </a:lnTo>
                <a:lnTo>
                  <a:pt x="334794" y="33880"/>
                </a:lnTo>
                <a:lnTo>
                  <a:pt x="338437" y="6193"/>
                </a:lnTo>
                <a:close/>
              </a:path>
            </a:pathLst>
          </a:custGeom>
          <a:solidFill>
            <a:schemeClr val="accent3"/>
          </a:solidFill>
          <a:ln w="38100" cap="flat" cmpd="sng">
            <a:solidFill>
              <a:schemeClr val="lt1"/>
            </a:solidFill>
            <a:prstDash val="solid"/>
            <a:round/>
            <a:headEnd type="none" w="med" len="med"/>
            <a:tailEnd type="none" w="med" len="med"/>
          </a:ln>
        </p:spPr>
      </p:sp>
      <p:sp>
        <p:nvSpPr>
          <p:cNvPr id="600" name="Google Shape;600;p38"/>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BACKUPS FULL - TABLAS</a:t>
            </a:r>
            <a:endParaRPr/>
          </a:p>
        </p:txBody>
      </p:sp>
      <p:sp>
        <p:nvSpPr>
          <p:cNvPr id="601" name="Google Shape;601;p38"/>
          <p:cNvSpPr txBox="1"/>
          <p:nvPr/>
        </p:nvSpPr>
        <p:spPr>
          <a:xfrm>
            <a:off x="720000" y="1354375"/>
            <a:ext cx="7704000" cy="479700"/>
          </a:xfrm>
          <a:prstGeom prst="rect">
            <a:avLst/>
          </a:prstGeom>
          <a:noFill/>
          <a:ln>
            <a:noFill/>
          </a:ln>
        </p:spPr>
        <p:txBody>
          <a:bodyPr spcFirstLastPara="1" wrap="square" lIns="91425" tIns="91425" rIns="0" bIns="91425" anchor="t" anchorCtr="0">
            <a:noAutofit/>
          </a:bodyPr>
          <a:lstStyle/>
          <a:p>
            <a:pPr marL="0" lvl="0" indent="0" algn="ctr" rtl="0">
              <a:spcBef>
                <a:spcPts val="0"/>
              </a:spcBef>
              <a:spcAft>
                <a:spcPts val="0"/>
              </a:spcAft>
              <a:buNone/>
            </a:pPr>
            <a:endParaRPr sz="1200">
              <a:solidFill>
                <a:srgbClr val="191919"/>
              </a:solidFill>
              <a:latin typeface="Bitter"/>
              <a:ea typeface="Bitter"/>
              <a:cs typeface="Bitter"/>
              <a:sym typeface="Bitter"/>
            </a:endParaRPr>
          </a:p>
          <a:p>
            <a:pPr marL="0" lvl="0" indent="0" algn="ctr" rtl="0">
              <a:spcBef>
                <a:spcPts val="0"/>
              </a:spcBef>
              <a:spcAft>
                <a:spcPts val="0"/>
              </a:spcAft>
              <a:buNone/>
            </a:pPr>
            <a:endParaRPr sz="1200" b="1">
              <a:solidFill>
                <a:srgbClr val="6E6EE3"/>
              </a:solidFill>
              <a:latin typeface="Bitter"/>
              <a:ea typeface="Bitter"/>
              <a:cs typeface="Bitter"/>
              <a:sym typeface="Bitter"/>
            </a:endParaRPr>
          </a:p>
        </p:txBody>
      </p:sp>
      <p:sp>
        <p:nvSpPr>
          <p:cNvPr id="602" name="Google Shape;602;p38"/>
          <p:cNvSpPr txBox="1"/>
          <p:nvPr/>
        </p:nvSpPr>
        <p:spPr>
          <a:xfrm>
            <a:off x="720000" y="4251600"/>
            <a:ext cx="3852000" cy="357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000" b="1">
              <a:solidFill>
                <a:schemeClr val="accent1"/>
              </a:solidFill>
              <a:latin typeface="Bitter"/>
              <a:ea typeface="Bitter"/>
              <a:cs typeface="Bitter"/>
              <a:sym typeface="Bitter"/>
            </a:endParaRPr>
          </a:p>
        </p:txBody>
      </p:sp>
      <p:sp>
        <p:nvSpPr>
          <p:cNvPr id="603" name="Google Shape;603;p38"/>
          <p:cNvSpPr txBox="1"/>
          <p:nvPr/>
        </p:nvSpPr>
        <p:spPr>
          <a:xfrm>
            <a:off x="4572000" y="4251600"/>
            <a:ext cx="3852000" cy="357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000" b="1">
              <a:solidFill>
                <a:schemeClr val="accent1"/>
              </a:solidFill>
              <a:latin typeface="Bitter"/>
              <a:ea typeface="Bitter"/>
              <a:cs typeface="Bitter"/>
              <a:sym typeface="Bitter"/>
            </a:endParaRPr>
          </a:p>
        </p:txBody>
      </p:sp>
      <p:sp>
        <p:nvSpPr>
          <p:cNvPr id="604" name="Google Shape;604;p38"/>
          <p:cNvSpPr txBox="1"/>
          <p:nvPr/>
        </p:nvSpPr>
        <p:spPr>
          <a:xfrm>
            <a:off x="899375" y="1496300"/>
            <a:ext cx="73452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Bitter"/>
                <a:ea typeface="Bitter"/>
                <a:cs typeface="Bitter"/>
                <a:sym typeface="Bitter"/>
              </a:rPr>
              <a:t>Para realizar un mysqldump se necesita, como mínimo, permisos de lectura sobre las BDs a backuper.</a:t>
            </a:r>
            <a:endParaRPr>
              <a:latin typeface="Bitter"/>
              <a:ea typeface="Bitter"/>
              <a:cs typeface="Bitter"/>
              <a:sym typeface="Bitter"/>
            </a:endParaRPr>
          </a:p>
        </p:txBody>
      </p:sp>
      <p:sp>
        <p:nvSpPr>
          <p:cNvPr id="605" name="Google Shape;605;p38"/>
          <p:cNvSpPr txBox="1"/>
          <p:nvPr/>
        </p:nvSpPr>
        <p:spPr>
          <a:xfrm>
            <a:off x="999763" y="3251925"/>
            <a:ext cx="7345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Bitter"/>
                <a:ea typeface="Bitter"/>
                <a:cs typeface="Bitter"/>
                <a:sym typeface="Bitter"/>
              </a:rPr>
              <a:t>[options] = como minimo -u y -p</a:t>
            </a:r>
            <a:endParaRPr>
              <a:latin typeface="Bitter"/>
              <a:ea typeface="Bitter"/>
              <a:cs typeface="Bitter"/>
              <a:sym typeface="Bitter"/>
            </a:endParaRPr>
          </a:p>
        </p:txBody>
      </p:sp>
      <p:pic>
        <p:nvPicPr>
          <p:cNvPr id="606" name="Google Shape;606;p38"/>
          <p:cNvPicPr preferRelativeResize="0"/>
          <p:nvPr/>
        </p:nvPicPr>
        <p:blipFill>
          <a:blip r:embed="rId3">
            <a:alphaModFix/>
          </a:blip>
          <a:stretch>
            <a:fillRect/>
          </a:stretch>
        </p:blipFill>
        <p:spPr>
          <a:xfrm>
            <a:off x="713216" y="2265900"/>
            <a:ext cx="7584910" cy="737175"/>
          </a:xfrm>
          <a:prstGeom prst="rect">
            <a:avLst/>
          </a:prstGeom>
          <a:noFill/>
          <a:ln>
            <a:noFill/>
          </a:ln>
        </p:spPr>
      </p:pic>
      <p:pic>
        <p:nvPicPr>
          <p:cNvPr id="607" name="Google Shape;607;p38"/>
          <p:cNvPicPr preferRelativeResize="0"/>
          <p:nvPr/>
        </p:nvPicPr>
        <p:blipFill>
          <a:blip r:embed="rId4">
            <a:alphaModFix/>
          </a:blip>
          <a:stretch>
            <a:fillRect/>
          </a:stretch>
        </p:blipFill>
        <p:spPr>
          <a:xfrm>
            <a:off x="695021" y="3872325"/>
            <a:ext cx="7781291" cy="7371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11"/>
        <p:cNvGrpSpPr/>
        <p:nvPr/>
      </p:nvGrpSpPr>
      <p:grpSpPr>
        <a:xfrm>
          <a:off x="0" y="0"/>
          <a:ext cx="0" cy="0"/>
          <a:chOff x="0" y="0"/>
          <a:chExt cx="0" cy="0"/>
        </a:xfrm>
      </p:grpSpPr>
      <p:sp>
        <p:nvSpPr>
          <p:cNvPr id="612" name="Google Shape;612;p39"/>
          <p:cNvSpPr/>
          <p:nvPr/>
        </p:nvSpPr>
        <p:spPr>
          <a:xfrm>
            <a:off x="355200" y="291450"/>
            <a:ext cx="8460925" cy="856100"/>
          </a:xfrm>
          <a:custGeom>
            <a:avLst/>
            <a:gdLst/>
            <a:ahLst/>
            <a:cxnLst/>
            <a:rect l="l" t="t" r="r" b="b"/>
            <a:pathLst>
              <a:path w="338437" h="34244" extrusionOk="0">
                <a:moveTo>
                  <a:pt x="0" y="0"/>
                </a:moveTo>
                <a:lnTo>
                  <a:pt x="2186" y="34244"/>
                </a:lnTo>
                <a:lnTo>
                  <a:pt x="334794" y="33880"/>
                </a:lnTo>
                <a:lnTo>
                  <a:pt x="338437" y="6193"/>
                </a:lnTo>
                <a:close/>
              </a:path>
            </a:pathLst>
          </a:custGeom>
          <a:solidFill>
            <a:schemeClr val="accent3"/>
          </a:solidFill>
          <a:ln w="38100" cap="flat" cmpd="sng">
            <a:solidFill>
              <a:schemeClr val="lt1"/>
            </a:solidFill>
            <a:prstDash val="solid"/>
            <a:round/>
            <a:headEnd type="none" w="med" len="med"/>
            <a:tailEnd type="none" w="med" len="med"/>
          </a:ln>
        </p:spPr>
      </p:sp>
      <p:sp>
        <p:nvSpPr>
          <p:cNvPr id="613" name="Google Shape;613;p39"/>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BACKUPS FULL - DATABASES</a:t>
            </a:r>
            <a:endParaRPr/>
          </a:p>
        </p:txBody>
      </p:sp>
      <p:sp>
        <p:nvSpPr>
          <p:cNvPr id="614" name="Google Shape;614;p39"/>
          <p:cNvSpPr txBox="1"/>
          <p:nvPr/>
        </p:nvSpPr>
        <p:spPr>
          <a:xfrm>
            <a:off x="720000" y="1354375"/>
            <a:ext cx="7704000" cy="479700"/>
          </a:xfrm>
          <a:prstGeom prst="rect">
            <a:avLst/>
          </a:prstGeom>
          <a:noFill/>
          <a:ln>
            <a:noFill/>
          </a:ln>
        </p:spPr>
        <p:txBody>
          <a:bodyPr spcFirstLastPara="1" wrap="square" lIns="91425" tIns="91425" rIns="0" bIns="91425" anchor="t" anchorCtr="0">
            <a:noAutofit/>
          </a:bodyPr>
          <a:lstStyle/>
          <a:p>
            <a:pPr marL="0" lvl="0" indent="0" algn="ctr" rtl="0">
              <a:spcBef>
                <a:spcPts val="0"/>
              </a:spcBef>
              <a:spcAft>
                <a:spcPts val="0"/>
              </a:spcAft>
              <a:buNone/>
            </a:pPr>
            <a:endParaRPr sz="1200">
              <a:solidFill>
                <a:srgbClr val="191919"/>
              </a:solidFill>
              <a:latin typeface="Bitter"/>
              <a:ea typeface="Bitter"/>
              <a:cs typeface="Bitter"/>
              <a:sym typeface="Bitter"/>
            </a:endParaRPr>
          </a:p>
          <a:p>
            <a:pPr marL="0" lvl="0" indent="0" algn="ctr" rtl="0">
              <a:spcBef>
                <a:spcPts val="0"/>
              </a:spcBef>
              <a:spcAft>
                <a:spcPts val="0"/>
              </a:spcAft>
              <a:buNone/>
            </a:pPr>
            <a:endParaRPr sz="1200" b="1">
              <a:solidFill>
                <a:srgbClr val="6E6EE3"/>
              </a:solidFill>
              <a:latin typeface="Bitter"/>
              <a:ea typeface="Bitter"/>
              <a:cs typeface="Bitter"/>
              <a:sym typeface="Bitter"/>
            </a:endParaRPr>
          </a:p>
        </p:txBody>
      </p:sp>
      <p:sp>
        <p:nvSpPr>
          <p:cNvPr id="615" name="Google Shape;615;p39"/>
          <p:cNvSpPr txBox="1"/>
          <p:nvPr/>
        </p:nvSpPr>
        <p:spPr>
          <a:xfrm>
            <a:off x="720000" y="4251600"/>
            <a:ext cx="3852000" cy="357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000" b="1">
              <a:solidFill>
                <a:schemeClr val="accent1"/>
              </a:solidFill>
              <a:latin typeface="Bitter"/>
              <a:ea typeface="Bitter"/>
              <a:cs typeface="Bitter"/>
              <a:sym typeface="Bitter"/>
            </a:endParaRPr>
          </a:p>
        </p:txBody>
      </p:sp>
      <p:sp>
        <p:nvSpPr>
          <p:cNvPr id="616" name="Google Shape;616;p39"/>
          <p:cNvSpPr txBox="1"/>
          <p:nvPr/>
        </p:nvSpPr>
        <p:spPr>
          <a:xfrm>
            <a:off x="4572000" y="4251600"/>
            <a:ext cx="3852000" cy="357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000" b="1">
              <a:solidFill>
                <a:schemeClr val="accent1"/>
              </a:solidFill>
              <a:latin typeface="Bitter"/>
              <a:ea typeface="Bitter"/>
              <a:cs typeface="Bitter"/>
              <a:sym typeface="Bitter"/>
            </a:endParaRPr>
          </a:p>
        </p:txBody>
      </p:sp>
      <p:sp>
        <p:nvSpPr>
          <p:cNvPr id="617" name="Google Shape;617;p39"/>
          <p:cNvSpPr txBox="1"/>
          <p:nvPr/>
        </p:nvSpPr>
        <p:spPr>
          <a:xfrm>
            <a:off x="899375" y="1496300"/>
            <a:ext cx="73452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Bitter"/>
                <a:ea typeface="Bitter"/>
                <a:cs typeface="Bitter"/>
                <a:sym typeface="Bitter"/>
              </a:rPr>
              <a:t>Para backupear una base de datos debemos especificar mediante el parámetro --databases el nombre de la bases de datos a resguardar, o bien realizar un backup de todas las bases de datos de la instancia mediante el parámetro - -all-databases</a:t>
            </a:r>
            <a:endParaRPr>
              <a:latin typeface="Bitter"/>
              <a:ea typeface="Bitter"/>
              <a:cs typeface="Bitter"/>
              <a:sym typeface="Bitter"/>
            </a:endParaRPr>
          </a:p>
        </p:txBody>
      </p:sp>
      <p:pic>
        <p:nvPicPr>
          <p:cNvPr id="618" name="Google Shape;618;p39"/>
          <p:cNvPicPr preferRelativeResize="0"/>
          <p:nvPr/>
        </p:nvPicPr>
        <p:blipFill>
          <a:blip r:embed="rId3">
            <a:alphaModFix/>
          </a:blip>
          <a:stretch>
            <a:fillRect/>
          </a:stretch>
        </p:blipFill>
        <p:spPr>
          <a:xfrm>
            <a:off x="915750" y="2464113"/>
            <a:ext cx="7312436" cy="737175"/>
          </a:xfrm>
          <a:prstGeom prst="rect">
            <a:avLst/>
          </a:prstGeom>
          <a:noFill/>
          <a:ln>
            <a:noFill/>
          </a:ln>
        </p:spPr>
      </p:pic>
      <p:pic>
        <p:nvPicPr>
          <p:cNvPr id="619" name="Google Shape;619;p39"/>
          <p:cNvPicPr preferRelativeResize="0"/>
          <p:nvPr/>
        </p:nvPicPr>
        <p:blipFill>
          <a:blip r:embed="rId4">
            <a:alphaModFix/>
          </a:blip>
          <a:stretch>
            <a:fillRect/>
          </a:stretch>
        </p:blipFill>
        <p:spPr>
          <a:xfrm>
            <a:off x="959075" y="3553512"/>
            <a:ext cx="7715607" cy="74551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23"/>
        <p:cNvGrpSpPr/>
        <p:nvPr/>
      </p:nvGrpSpPr>
      <p:grpSpPr>
        <a:xfrm>
          <a:off x="0" y="0"/>
          <a:ext cx="0" cy="0"/>
          <a:chOff x="0" y="0"/>
          <a:chExt cx="0" cy="0"/>
        </a:xfrm>
      </p:grpSpPr>
      <p:sp>
        <p:nvSpPr>
          <p:cNvPr id="624" name="Google Shape;624;p40"/>
          <p:cNvSpPr/>
          <p:nvPr/>
        </p:nvSpPr>
        <p:spPr>
          <a:xfrm>
            <a:off x="355200" y="291450"/>
            <a:ext cx="8460925" cy="856100"/>
          </a:xfrm>
          <a:custGeom>
            <a:avLst/>
            <a:gdLst/>
            <a:ahLst/>
            <a:cxnLst/>
            <a:rect l="l" t="t" r="r" b="b"/>
            <a:pathLst>
              <a:path w="338437" h="34244" extrusionOk="0">
                <a:moveTo>
                  <a:pt x="0" y="0"/>
                </a:moveTo>
                <a:lnTo>
                  <a:pt x="2186" y="34244"/>
                </a:lnTo>
                <a:lnTo>
                  <a:pt x="334794" y="33880"/>
                </a:lnTo>
                <a:lnTo>
                  <a:pt x="338437" y="6193"/>
                </a:lnTo>
                <a:close/>
              </a:path>
            </a:pathLst>
          </a:custGeom>
          <a:solidFill>
            <a:schemeClr val="accent3"/>
          </a:solidFill>
          <a:ln w="38100" cap="flat" cmpd="sng">
            <a:solidFill>
              <a:schemeClr val="lt1"/>
            </a:solidFill>
            <a:prstDash val="solid"/>
            <a:round/>
            <a:headEnd type="none" w="med" len="med"/>
            <a:tailEnd type="none" w="med" len="med"/>
          </a:ln>
        </p:spPr>
      </p:sp>
      <p:sp>
        <p:nvSpPr>
          <p:cNvPr id="625" name="Google Shape;625;p40"/>
          <p:cNvSpPr txBox="1">
            <a:spLocks noGrp="1"/>
          </p:cNvSpPr>
          <p:nvPr>
            <p:ph type="title"/>
          </p:nvPr>
        </p:nvSpPr>
        <p:spPr>
          <a:xfrm>
            <a:off x="720000" y="366675"/>
            <a:ext cx="8020200" cy="745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900"/>
              <a:t>BACKUPS FULL - ESTRUCTURA O SCHEMA</a:t>
            </a:r>
            <a:endParaRPr sz="2900"/>
          </a:p>
        </p:txBody>
      </p:sp>
      <p:sp>
        <p:nvSpPr>
          <p:cNvPr id="626" name="Google Shape;626;p40"/>
          <p:cNvSpPr txBox="1"/>
          <p:nvPr/>
        </p:nvSpPr>
        <p:spPr>
          <a:xfrm>
            <a:off x="720000" y="1354375"/>
            <a:ext cx="7704000" cy="479700"/>
          </a:xfrm>
          <a:prstGeom prst="rect">
            <a:avLst/>
          </a:prstGeom>
          <a:noFill/>
          <a:ln>
            <a:noFill/>
          </a:ln>
        </p:spPr>
        <p:txBody>
          <a:bodyPr spcFirstLastPara="1" wrap="square" lIns="91425" tIns="91425" rIns="0" bIns="91425" anchor="t" anchorCtr="0">
            <a:noAutofit/>
          </a:bodyPr>
          <a:lstStyle/>
          <a:p>
            <a:pPr marL="0" lvl="0" indent="0" algn="ctr" rtl="0">
              <a:spcBef>
                <a:spcPts val="0"/>
              </a:spcBef>
              <a:spcAft>
                <a:spcPts val="0"/>
              </a:spcAft>
              <a:buNone/>
            </a:pPr>
            <a:endParaRPr sz="1200">
              <a:solidFill>
                <a:srgbClr val="191919"/>
              </a:solidFill>
              <a:latin typeface="Bitter"/>
              <a:ea typeface="Bitter"/>
              <a:cs typeface="Bitter"/>
              <a:sym typeface="Bitter"/>
            </a:endParaRPr>
          </a:p>
          <a:p>
            <a:pPr marL="0" lvl="0" indent="0" algn="ctr" rtl="0">
              <a:spcBef>
                <a:spcPts val="0"/>
              </a:spcBef>
              <a:spcAft>
                <a:spcPts val="0"/>
              </a:spcAft>
              <a:buNone/>
            </a:pPr>
            <a:endParaRPr sz="1200" b="1">
              <a:solidFill>
                <a:srgbClr val="6E6EE3"/>
              </a:solidFill>
              <a:latin typeface="Bitter"/>
              <a:ea typeface="Bitter"/>
              <a:cs typeface="Bitter"/>
              <a:sym typeface="Bitter"/>
            </a:endParaRPr>
          </a:p>
        </p:txBody>
      </p:sp>
      <p:sp>
        <p:nvSpPr>
          <p:cNvPr id="627" name="Google Shape;627;p40"/>
          <p:cNvSpPr txBox="1"/>
          <p:nvPr/>
        </p:nvSpPr>
        <p:spPr>
          <a:xfrm>
            <a:off x="720000" y="4251600"/>
            <a:ext cx="3852000" cy="357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000" b="1">
              <a:solidFill>
                <a:schemeClr val="accent1"/>
              </a:solidFill>
              <a:latin typeface="Bitter"/>
              <a:ea typeface="Bitter"/>
              <a:cs typeface="Bitter"/>
              <a:sym typeface="Bitter"/>
            </a:endParaRPr>
          </a:p>
        </p:txBody>
      </p:sp>
      <p:sp>
        <p:nvSpPr>
          <p:cNvPr id="628" name="Google Shape;628;p40"/>
          <p:cNvSpPr txBox="1"/>
          <p:nvPr/>
        </p:nvSpPr>
        <p:spPr>
          <a:xfrm>
            <a:off x="4572000" y="4251600"/>
            <a:ext cx="3852000" cy="357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000" b="1">
              <a:solidFill>
                <a:schemeClr val="accent1"/>
              </a:solidFill>
              <a:latin typeface="Bitter"/>
              <a:ea typeface="Bitter"/>
              <a:cs typeface="Bitter"/>
              <a:sym typeface="Bitter"/>
            </a:endParaRPr>
          </a:p>
        </p:txBody>
      </p:sp>
      <p:sp>
        <p:nvSpPr>
          <p:cNvPr id="629" name="Google Shape;629;p40"/>
          <p:cNvSpPr txBox="1"/>
          <p:nvPr/>
        </p:nvSpPr>
        <p:spPr>
          <a:xfrm>
            <a:off x="899375" y="1496300"/>
            <a:ext cx="73452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Bitter"/>
                <a:ea typeface="Bitter"/>
                <a:cs typeface="Bitter"/>
                <a:sym typeface="Bitter"/>
              </a:rPr>
              <a:t>Existe la posibilidad de sacar un resguardo de únicamente la estructura de la base de datos, obviando los datos insertados. Para esto, se utiliza el parámetro  - -no-data</a:t>
            </a:r>
            <a:endParaRPr>
              <a:latin typeface="Bitter"/>
              <a:ea typeface="Bitter"/>
              <a:cs typeface="Bitter"/>
              <a:sym typeface="Bitter"/>
            </a:endParaRPr>
          </a:p>
        </p:txBody>
      </p:sp>
      <p:pic>
        <p:nvPicPr>
          <p:cNvPr id="630" name="Google Shape;630;p40"/>
          <p:cNvPicPr preferRelativeResize="0"/>
          <p:nvPr/>
        </p:nvPicPr>
        <p:blipFill>
          <a:blip r:embed="rId3">
            <a:alphaModFix/>
          </a:blip>
          <a:stretch>
            <a:fillRect/>
          </a:stretch>
        </p:blipFill>
        <p:spPr>
          <a:xfrm>
            <a:off x="754275" y="2552950"/>
            <a:ext cx="7635400" cy="7121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34"/>
        <p:cNvGrpSpPr/>
        <p:nvPr/>
      </p:nvGrpSpPr>
      <p:grpSpPr>
        <a:xfrm>
          <a:off x="0" y="0"/>
          <a:ext cx="0" cy="0"/>
          <a:chOff x="0" y="0"/>
          <a:chExt cx="0" cy="0"/>
        </a:xfrm>
      </p:grpSpPr>
      <p:sp>
        <p:nvSpPr>
          <p:cNvPr id="635" name="Google Shape;635;p41"/>
          <p:cNvSpPr/>
          <p:nvPr/>
        </p:nvSpPr>
        <p:spPr>
          <a:xfrm>
            <a:off x="355200" y="291450"/>
            <a:ext cx="8460925" cy="856100"/>
          </a:xfrm>
          <a:custGeom>
            <a:avLst/>
            <a:gdLst/>
            <a:ahLst/>
            <a:cxnLst/>
            <a:rect l="l" t="t" r="r" b="b"/>
            <a:pathLst>
              <a:path w="338437" h="34244" extrusionOk="0">
                <a:moveTo>
                  <a:pt x="0" y="0"/>
                </a:moveTo>
                <a:lnTo>
                  <a:pt x="2186" y="34244"/>
                </a:lnTo>
                <a:lnTo>
                  <a:pt x="334794" y="33880"/>
                </a:lnTo>
                <a:lnTo>
                  <a:pt x="338437" y="6193"/>
                </a:lnTo>
                <a:close/>
              </a:path>
            </a:pathLst>
          </a:custGeom>
          <a:solidFill>
            <a:schemeClr val="accent3"/>
          </a:solidFill>
          <a:ln w="38100" cap="flat" cmpd="sng">
            <a:solidFill>
              <a:schemeClr val="lt1"/>
            </a:solidFill>
            <a:prstDash val="solid"/>
            <a:round/>
            <a:headEnd type="none" w="med" len="med"/>
            <a:tailEnd type="none" w="med" len="med"/>
          </a:ln>
        </p:spPr>
      </p:sp>
      <p:sp>
        <p:nvSpPr>
          <p:cNvPr id="636" name="Google Shape;636;p41"/>
          <p:cNvSpPr txBox="1">
            <a:spLocks noGrp="1"/>
          </p:cNvSpPr>
          <p:nvPr>
            <p:ph type="title"/>
          </p:nvPr>
        </p:nvSpPr>
        <p:spPr>
          <a:xfrm>
            <a:off x="720000" y="366675"/>
            <a:ext cx="8020200" cy="745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900"/>
              <a:t>BACKUPS FULL - DATOS</a:t>
            </a:r>
            <a:endParaRPr sz="2900"/>
          </a:p>
        </p:txBody>
      </p:sp>
      <p:sp>
        <p:nvSpPr>
          <p:cNvPr id="637" name="Google Shape;637;p41"/>
          <p:cNvSpPr txBox="1"/>
          <p:nvPr/>
        </p:nvSpPr>
        <p:spPr>
          <a:xfrm>
            <a:off x="720000" y="1354375"/>
            <a:ext cx="7704000" cy="479700"/>
          </a:xfrm>
          <a:prstGeom prst="rect">
            <a:avLst/>
          </a:prstGeom>
          <a:noFill/>
          <a:ln>
            <a:noFill/>
          </a:ln>
        </p:spPr>
        <p:txBody>
          <a:bodyPr spcFirstLastPara="1" wrap="square" lIns="91425" tIns="91425" rIns="0" bIns="91425" anchor="t" anchorCtr="0">
            <a:noAutofit/>
          </a:bodyPr>
          <a:lstStyle/>
          <a:p>
            <a:pPr marL="0" lvl="0" indent="0" algn="ctr" rtl="0">
              <a:spcBef>
                <a:spcPts val="0"/>
              </a:spcBef>
              <a:spcAft>
                <a:spcPts val="0"/>
              </a:spcAft>
              <a:buNone/>
            </a:pPr>
            <a:endParaRPr sz="1200">
              <a:solidFill>
                <a:srgbClr val="191919"/>
              </a:solidFill>
              <a:latin typeface="Bitter"/>
              <a:ea typeface="Bitter"/>
              <a:cs typeface="Bitter"/>
              <a:sym typeface="Bitter"/>
            </a:endParaRPr>
          </a:p>
          <a:p>
            <a:pPr marL="0" lvl="0" indent="0" algn="ctr" rtl="0">
              <a:spcBef>
                <a:spcPts val="0"/>
              </a:spcBef>
              <a:spcAft>
                <a:spcPts val="0"/>
              </a:spcAft>
              <a:buNone/>
            </a:pPr>
            <a:endParaRPr sz="1200" b="1">
              <a:solidFill>
                <a:srgbClr val="6E6EE3"/>
              </a:solidFill>
              <a:latin typeface="Bitter"/>
              <a:ea typeface="Bitter"/>
              <a:cs typeface="Bitter"/>
              <a:sym typeface="Bitter"/>
            </a:endParaRPr>
          </a:p>
        </p:txBody>
      </p:sp>
      <p:sp>
        <p:nvSpPr>
          <p:cNvPr id="638" name="Google Shape;638;p41"/>
          <p:cNvSpPr txBox="1"/>
          <p:nvPr/>
        </p:nvSpPr>
        <p:spPr>
          <a:xfrm>
            <a:off x="720000" y="4251600"/>
            <a:ext cx="3852000" cy="357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000" b="1">
              <a:solidFill>
                <a:schemeClr val="accent1"/>
              </a:solidFill>
              <a:latin typeface="Bitter"/>
              <a:ea typeface="Bitter"/>
              <a:cs typeface="Bitter"/>
              <a:sym typeface="Bitter"/>
            </a:endParaRPr>
          </a:p>
        </p:txBody>
      </p:sp>
      <p:sp>
        <p:nvSpPr>
          <p:cNvPr id="639" name="Google Shape;639;p41"/>
          <p:cNvSpPr txBox="1"/>
          <p:nvPr/>
        </p:nvSpPr>
        <p:spPr>
          <a:xfrm>
            <a:off x="4572000" y="4251600"/>
            <a:ext cx="3852000" cy="357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000" b="1">
              <a:solidFill>
                <a:schemeClr val="accent1"/>
              </a:solidFill>
              <a:latin typeface="Bitter"/>
              <a:ea typeface="Bitter"/>
              <a:cs typeface="Bitter"/>
              <a:sym typeface="Bitter"/>
            </a:endParaRPr>
          </a:p>
        </p:txBody>
      </p:sp>
      <p:sp>
        <p:nvSpPr>
          <p:cNvPr id="640" name="Google Shape;640;p41"/>
          <p:cNvSpPr txBox="1"/>
          <p:nvPr/>
        </p:nvSpPr>
        <p:spPr>
          <a:xfrm>
            <a:off x="899375" y="1496300"/>
            <a:ext cx="73452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Bitter"/>
                <a:ea typeface="Bitter"/>
                <a:cs typeface="Bitter"/>
                <a:sym typeface="Bitter"/>
              </a:rPr>
              <a:t>De forma análoga, se puede contar la opción de resguardar únicamente los datos que contienen las tablas, obviando el resguardo de la creación de la estructura.</a:t>
            </a:r>
            <a:endParaRPr>
              <a:latin typeface="Bitter"/>
              <a:ea typeface="Bitter"/>
              <a:cs typeface="Bitter"/>
              <a:sym typeface="Bitter"/>
            </a:endParaRPr>
          </a:p>
        </p:txBody>
      </p:sp>
      <p:pic>
        <p:nvPicPr>
          <p:cNvPr id="641" name="Google Shape;641;p41"/>
          <p:cNvPicPr preferRelativeResize="0"/>
          <p:nvPr/>
        </p:nvPicPr>
        <p:blipFill>
          <a:blip r:embed="rId3">
            <a:alphaModFix/>
          </a:blip>
          <a:stretch>
            <a:fillRect/>
          </a:stretch>
        </p:blipFill>
        <p:spPr>
          <a:xfrm>
            <a:off x="643950" y="2349813"/>
            <a:ext cx="8096250" cy="790575"/>
          </a:xfrm>
          <a:prstGeom prst="rect">
            <a:avLst/>
          </a:prstGeom>
          <a:noFill/>
          <a:ln>
            <a:noFill/>
          </a:ln>
        </p:spPr>
      </p:pic>
      <p:sp>
        <p:nvSpPr>
          <p:cNvPr id="642" name="Google Shape;642;p41"/>
          <p:cNvSpPr txBox="1"/>
          <p:nvPr/>
        </p:nvSpPr>
        <p:spPr>
          <a:xfrm>
            <a:off x="770550" y="3476675"/>
            <a:ext cx="73452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Bitter"/>
                <a:ea typeface="Bitter"/>
                <a:cs typeface="Bitter"/>
                <a:sym typeface="Bitter"/>
              </a:rPr>
              <a:t>Este comando suele ser útil a la hora de realizar algún tipo de ambientación entre el pasaje de base de datos productivas-no productivas.</a:t>
            </a:r>
            <a:endParaRPr>
              <a:latin typeface="Bitter"/>
              <a:ea typeface="Bitter"/>
              <a:cs typeface="Bitter"/>
              <a:sym typeface="Bitte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46"/>
        <p:cNvGrpSpPr/>
        <p:nvPr/>
      </p:nvGrpSpPr>
      <p:grpSpPr>
        <a:xfrm>
          <a:off x="0" y="0"/>
          <a:ext cx="0" cy="0"/>
          <a:chOff x="0" y="0"/>
          <a:chExt cx="0" cy="0"/>
        </a:xfrm>
      </p:grpSpPr>
      <p:sp>
        <p:nvSpPr>
          <p:cNvPr id="647" name="Google Shape;647;p42"/>
          <p:cNvSpPr/>
          <p:nvPr/>
        </p:nvSpPr>
        <p:spPr>
          <a:xfrm>
            <a:off x="355200" y="291450"/>
            <a:ext cx="8460925" cy="856100"/>
          </a:xfrm>
          <a:custGeom>
            <a:avLst/>
            <a:gdLst/>
            <a:ahLst/>
            <a:cxnLst/>
            <a:rect l="l" t="t" r="r" b="b"/>
            <a:pathLst>
              <a:path w="338437" h="34244" extrusionOk="0">
                <a:moveTo>
                  <a:pt x="0" y="0"/>
                </a:moveTo>
                <a:lnTo>
                  <a:pt x="2186" y="34244"/>
                </a:lnTo>
                <a:lnTo>
                  <a:pt x="334794" y="33880"/>
                </a:lnTo>
                <a:lnTo>
                  <a:pt x="338437" y="6193"/>
                </a:lnTo>
                <a:close/>
              </a:path>
            </a:pathLst>
          </a:custGeom>
          <a:solidFill>
            <a:schemeClr val="accent3"/>
          </a:solidFill>
          <a:ln w="38100" cap="flat" cmpd="sng">
            <a:solidFill>
              <a:schemeClr val="lt1"/>
            </a:solidFill>
            <a:prstDash val="solid"/>
            <a:round/>
            <a:headEnd type="none" w="med" len="med"/>
            <a:tailEnd type="none" w="med" len="med"/>
          </a:ln>
        </p:spPr>
      </p:sp>
      <p:sp>
        <p:nvSpPr>
          <p:cNvPr id="648" name="Google Shape;648;p42"/>
          <p:cNvSpPr txBox="1">
            <a:spLocks noGrp="1"/>
          </p:cNvSpPr>
          <p:nvPr>
            <p:ph type="title"/>
          </p:nvPr>
        </p:nvSpPr>
        <p:spPr>
          <a:xfrm>
            <a:off x="720000" y="366675"/>
            <a:ext cx="8020200" cy="745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900"/>
              <a:t>BACKUPS REMOTOS</a:t>
            </a:r>
            <a:endParaRPr sz="2900"/>
          </a:p>
        </p:txBody>
      </p:sp>
      <p:sp>
        <p:nvSpPr>
          <p:cNvPr id="649" name="Google Shape;649;p42"/>
          <p:cNvSpPr txBox="1"/>
          <p:nvPr/>
        </p:nvSpPr>
        <p:spPr>
          <a:xfrm>
            <a:off x="720000" y="1354375"/>
            <a:ext cx="7704000" cy="479700"/>
          </a:xfrm>
          <a:prstGeom prst="rect">
            <a:avLst/>
          </a:prstGeom>
          <a:noFill/>
          <a:ln>
            <a:noFill/>
          </a:ln>
        </p:spPr>
        <p:txBody>
          <a:bodyPr spcFirstLastPara="1" wrap="square" lIns="91425" tIns="91425" rIns="0" bIns="91425" anchor="t" anchorCtr="0">
            <a:noAutofit/>
          </a:bodyPr>
          <a:lstStyle/>
          <a:p>
            <a:pPr marL="0" lvl="0" indent="0" algn="ctr" rtl="0">
              <a:spcBef>
                <a:spcPts val="0"/>
              </a:spcBef>
              <a:spcAft>
                <a:spcPts val="0"/>
              </a:spcAft>
              <a:buNone/>
            </a:pPr>
            <a:endParaRPr sz="1200">
              <a:solidFill>
                <a:srgbClr val="191919"/>
              </a:solidFill>
              <a:latin typeface="Bitter"/>
              <a:ea typeface="Bitter"/>
              <a:cs typeface="Bitter"/>
              <a:sym typeface="Bitter"/>
            </a:endParaRPr>
          </a:p>
          <a:p>
            <a:pPr marL="0" lvl="0" indent="0" algn="ctr" rtl="0">
              <a:spcBef>
                <a:spcPts val="0"/>
              </a:spcBef>
              <a:spcAft>
                <a:spcPts val="0"/>
              </a:spcAft>
              <a:buNone/>
            </a:pPr>
            <a:endParaRPr sz="1200" b="1">
              <a:solidFill>
                <a:srgbClr val="6E6EE3"/>
              </a:solidFill>
              <a:latin typeface="Bitter"/>
              <a:ea typeface="Bitter"/>
              <a:cs typeface="Bitter"/>
              <a:sym typeface="Bitter"/>
            </a:endParaRPr>
          </a:p>
        </p:txBody>
      </p:sp>
      <p:sp>
        <p:nvSpPr>
          <p:cNvPr id="650" name="Google Shape;650;p42"/>
          <p:cNvSpPr txBox="1"/>
          <p:nvPr/>
        </p:nvSpPr>
        <p:spPr>
          <a:xfrm>
            <a:off x="720000" y="4251600"/>
            <a:ext cx="3852000" cy="357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000" b="1">
              <a:solidFill>
                <a:schemeClr val="accent1"/>
              </a:solidFill>
              <a:latin typeface="Bitter"/>
              <a:ea typeface="Bitter"/>
              <a:cs typeface="Bitter"/>
              <a:sym typeface="Bitter"/>
            </a:endParaRPr>
          </a:p>
        </p:txBody>
      </p:sp>
      <p:sp>
        <p:nvSpPr>
          <p:cNvPr id="651" name="Google Shape;651;p42"/>
          <p:cNvSpPr txBox="1"/>
          <p:nvPr/>
        </p:nvSpPr>
        <p:spPr>
          <a:xfrm>
            <a:off x="4572000" y="4251600"/>
            <a:ext cx="3852000" cy="357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000" b="1">
              <a:solidFill>
                <a:schemeClr val="accent1"/>
              </a:solidFill>
              <a:latin typeface="Bitter"/>
              <a:ea typeface="Bitter"/>
              <a:cs typeface="Bitter"/>
              <a:sym typeface="Bitter"/>
            </a:endParaRPr>
          </a:p>
        </p:txBody>
      </p:sp>
      <p:sp>
        <p:nvSpPr>
          <p:cNvPr id="652" name="Google Shape;652;p42"/>
          <p:cNvSpPr txBox="1"/>
          <p:nvPr/>
        </p:nvSpPr>
        <p:spPr>
          <a:xfrm>
            <a:off x="899375" y="1496300"/>
            <a:ext cx="7345200" cy="1046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Bitter"/>
                <a:ea typeface="Bitter"/>
                <a:cs typeface="Bitter"/>
                <a:sym typeface="Bitter"/>
              </a:rPr>
              <a:t>De igual manera a la cual se puede realizar una conexión a una instancia remota (no local), también se puede resguardar una base de datos alojada en otra instancia. Mediante los parámetros --host y --port especificaremos el servidor remoto del cual queremos realizar un backup.</a:t>
            </a:r>
            <a:endParaRPr>
              <a:latin typeface="Bitter"/>
              <a:ea typeface="Bitter"/>
              <a:cs typeface="Bitter"/>
              <a:sym typeface="Bitter"/>
            </a:endParaRPr>
          </a:p>
        </p:txBody>
      </p:sp>
      <p:sp>
        <p:nvSpPr>
          <p:cNvPr id="653" name="Google Shape;653;p42"/>
          <p:cNvSpPr txBox="1"/>
          <p:nvPr/>
        </p:nvSpPr>
        <p:spPr>
          <a:xfrm>
            <a:off x="785375" y="3579700"/>
            <a:ext cx="73452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Bitter"/>
                <a:ea typeface="Bitter"/>
                <a:cs typeface="Bitter"/>
                <a:sym typeface="Bitter"/>
              </a:rPr>
              <a:t>Necesitaremos contar con las credenciales (-u y -p) de la instancia remota donde se alojan las bases de datos a resguardar.</a:t>
            </a:r>
            <a:endParaRPr>
              <a:latin typeface="Bitter"/>
              <a:ea typeface="Bitter"/>
              <a:cs typeface="Bitter"/>
              <a:sym typeface="Bitter"/>
            </a:endParaRPr>
          </a:p>
        </p:txBody>
      </p:sp>
      <p:pic>
        <p:nvPicPr>
          <p:cNvPr id="654" name="Google Shape;654;p42"/>
          <p:cNvPicPr preferRelativeResize="0"/>
          <p:nvPr/>
        </p:nvPicPr>
        <p:blipFill>
          <a:blip r:embed="rId3">
            <a:alphaModFix/>
          </a:blip>
          <a:stretch>
            <a:fillRect/>
          </a:stretch>
        </p:blipFill>
        <p:spPr>
          <a:xfrm>
            <a:off x="819225" y="2562275"/>
            <a:ext cx="7505500" cy="9611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58"/>
        <p:cNvGrpSpPr/>
        <p:nvPr/>
      </p:nvGrpSpPr>
      <p:grpSpPr>
        <a:xfrm>
          <a:off x="0" y="0"/>
          <a:ext cx="0" cy="0"/>
          <a:chOff x="0" y="0"/>
          <a:chExt cx="0" cy="0"/>
        </a:xfrm>
      </p:grpSpPr>
      <p:sp>
        <p:nvSpPr>
          <p:cNvPr id="659" name="Google Shape;659;p43"/>
          <p:cNvSpPr/>
          <p:nvPr/>
        </p:nvSpPr>
        <p:spPr>
          <a:xfrm>
            <a:off x="355200" y="291450"/>
            <a:ext cx="8460925" cy="856100"/>
          </a:xfrm>
          <a:custGeom>
            <a:avLst/>
            <a:gdLst/>
            <a:ahLst/>
            <a:cxnLst/>
            <a:rect l="l" t="t" r="r" b="b"/>
            <a:pathLst>
              <a:path w="338437" h="34244" extrusionOk="0">
                <a:moveTo>
                  <a:pt x="0" y="0"/>
                </a:moveTo>
                <a:lnTo>
                  <a:pt x="2186" y="34244"/>
                </a:lnTo>
                <a:lnTo>
                  <a:pt x="334794" y="33880"/>
                </a:lnTo>
                <a:lnTo>
                  <a:pt x="338437" y="6193"/>
                </a:lnTo>
                <a:close/>
              </a:path>
            </a:pathLst>
          </a:custGeom>
          <a:solidFill>
            <a:schemeClr val="accent3"/>
          </a:solidFill>
          <a:ln w="38100" cap="flat" cmpd="sng">
            <a:solidFill>
              <a:schemeClr val="lt1"/>
            </a:solidFill>
            <a:prstDash val="solid"/>
            <a:round/>
            <a:headEnd type="none" w="med" len="med"/>
            <a:tailEnd type="none" w="med" len="med"/>
          </a:ln>
        </p:spPr>
      </p:sp>
      <p:sp>
        <p:nvSpPr>
          <p:cNvPr id="660" name="Google Shape;660;p43"/>
          <p:cNvSpPr txBox="1">
            <a:spLocks noGrp="1"/>
          </p:cNvSpPr>
          <p:nvPr>
            <p:ph type="title"/>
          </p:nvPr>
        </p:nvSpPr>
        <p:spPr>
          <a:xfrm>
            <a:off x="720000" y="366675"/>
            <a:ext cx="8020200" cy="745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900"/>
              <a:t>RESTAURACIÓN</a:t>
            </a:r>
            <a:endParaRPr sz="2900"/>
          </a:p>
        </p:txBody>
      </p:sp>
      <p:sp>
        <p:nvSpPr>
          <p:cNvPr id="661" name="Google Shape;661;p43"/>
          <p:cNvSpPr txBox="1"/>
          <p:nvPr/>
        </p:nvSpPr>
        <p:spPr>
          <a:xfrm>
            <a:off x="720000" y="1354375"/>
            <a:ext cx="7704000" cy="479700"/>
          </a:xfrm>
          <a:prstGeom prst="rect">
            <a:avLst/>
          </a:prstGeom>
          <a:noFill/>
          <a:ln>
            <a:noFill/>
          </a:ln>
        </p:spPr>
        <p:txBody>
          <a:bodyPr spcFirstLastPara="1" wrap="square" lIns="91425" tIns="91425" rIns="0" bIns="91425" anchor="t" anchorCtr="0">
            <a:noAutofit/>
          </a:bodyPr>
          <a:lstStyle/>
          <a:p>
            <a:pPr marL="0" lvl="0" indent="0" algn="ctr" rtl="0">
              <a:spcBef>
                <a:spcPts val="0"/>
              </a:spcBef>
              <a:spcAft>
                <a:spcPts val="0"/>
              </a:spcAft>
              <a:buNone/>
            </a:pPr>
            <a:endParaRPr sz="1200">
              <a:solidFill>
                <a:srgbClr val="191919"/>
              </a:solidFill>
              <a:latin typeface="Bitter"/>
              <a:ea typeface="Bitter"/>
              <a:cs typeface="Bitter"/>
              <a:sym typeface="Bitter"/>
            </a:endParaRPr>
          </a:p>
          <a:p>
            <a:pPr marL="0" lvl="0" indent="0" algn="ctr" rtl="0">
              <a:spcBef>
                <a:spcPts val="0"/>
              </a:spcBef>
              <a:spcAft>
                <a:spcPts val="0"/>
              </a:spcAft>
              <a:buNone/>
            </a:pPr>
            <a:endParaRPr sz="1200" b="1">
              <a:solidFill>
                <a:srgbClr val="6E6EE3"/>
              </a:solidFill>
              <a:latin typeface="Bitter"/>
              <a:ea typeface="Bitter"/>
              <a:cs typeface="Bitter"/>
              <a:sym typeface="Bitter"/>
            </a:endParaRPr>
          </a:p>
        </p:txBody>
      </p:sp>
      <p:sp>
        <p:nvSpPr>
          <p:cNvPr id="662" name="Google Shape;662;p43"/>
          <p:cNvSpPr txBox="1"/>
          <p:nvPr/>
        </p:nvSpPr>
        <p:spPr>
          <a:xfrm>
            <a:off x="720000" y="4251600"/>
            <a:ext cx="3852000" cy="357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000" b="1">
              <a:solidFill>
                <a:schemeClr val="accent1"/>
              </a:solidFill>
              <a:latin typeface="Bitter"/>
              <a:ea typeface="Bitter"/>
              <a:cs typeface="Bitter"/>
              <a:sym typeface="Bitter"/>
            </a:endParaRPr>
          </a:p>
        </p:txBody>
      </p:sp>
      <p:sp>
        <p:nvSpPr>
          <p:cNvPr id="663" name="Google Shape;663;p43"/>
          <p:cNvSpPr txBox="1"/>
          <p:nvPr/>
        </p:nvSpPr>
        <p:spPr>
          <a:xfrm>
            <a:off x="4572000" y="4251600"/>
            <a:ext cx="3852000" cy="357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000" b="1">
              <a:solidFill>
                <a:schemeClr val="accent1"/>
              </a:solidFill>
              <a:latin typeface="Bitter"/>
              <a:ea typeface="Bitter"/>
              <a:cs typeface="Bitter"/>
              <a:sym typeface="Bitter"/>
            </a:endParaRPr>
          </a:p>
        </p:txBody>
      </p:sp>
      <p:pic>
        <p:nvPicPr>
          <p:cNvPr id="664" name="Google Shape;664;p43"/>
          <p:cNvPicPr preferRelativeResize="0"/>
          <p:nvPr/>
        </p:nvPicPr>
        <p:blipFill>
          <a:blip r:embed="rId3">
            <a:alphaModFix/>
          </a:blip>
          <a:stretch>
            <a:fillRect/>
          </a:stretch>
        </p:blipFill>
        <p:spPr>
          <a:xfrm>
            <a:off x="901125" y="2040900"/>
            <a:ext cx="7874350" cy="745500"/>
          </a:xfrm>
          <a:prstGeom prst="rect">
            <a:avLst/>
          </a:prstGeom>
          <a:noFill/>
          <a:ln>
            <a:noFill/>
          </a:ln>
        </p:spPr>
      </p:pic>
      <p:pic>
        <p:nvPicPr>
          <p:cNvPr id="665" name="Google Shape;665;p43"/>
          <p:cNvPicPr preferRelativeResize="0"/>
          <p:nvPr/>
        </p:nvPicPr>
        <p:blipFill>
          <a:blip r:embed="rId4">
            <a:alphaModFix/>
          </a:blip>
          <a:stretch>
            <a:fillRect/>
          </a:stretch>
        </p:blipFill>
        <p:spPr>
          <a:xfrm>
            <a:off x="901114" y="3454050"/>
            <a:ext cx="7598711" cy="745500"/>
          </a:xfrm>
          <a:prstGeom prst="rect">
            <a:avLst/>
          </a:prstGeom>
          <a:noFill/>
          <a:ln>
            <a:noFill/>
          </a:ln>
        </p:spPr>
      </p:pic>
      <p:sp>
        <p:nvSpPr>
          <p:cNvPr id="666" name="Google Shape;666;p43"/>
          <p:cNvSpPr txBox="1"/>
          <p:nvPr/>
        </p:nvSpPr>
        <p:spPr>
          <a:xfrm>
            <a:off x="1169325" y="1583750"/>
            <a:ext cx="4262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Bitter"/>
                <a:ea typeface="Bitter"/>
                <a:cs typeface="Bitter"/>
                <a:sym typeface="Bitter"/>
              </a:rPr>
              <a:t>Especificando una base de datos destino:</a:t>
            </a:r>
            <a:endParaRPr>
              <a:latin typeface="Bitter"/>
              <a:ea typeface="Bitter"/>
              <a:cs typeface="Bitter"/>
              <a:sym typeface="Bitter"/>
            </a:endParaRPr>
          </a:p>
        </p:txBody>
      </p:sp>
      <p:sp>
        <p:nvSpPr>
          <p:cNvPr id="667" name="Google Shape;667;p43"/>
          <p:cNvSpPr txBox="1"/>
          <p:nvPr/>
        </p:nvSpPr>
        <p:spPr>
          <a:xfrm>
            <a:off x="1121900" y="2786400"/>
            <a:ext cx="61383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Bitter"/>
                <a:ea typeface="Bitter"/>
                <a:cs typeface="Bitter"/>
                <a:sym typeface="Bitter"/>
              </a:rPr>
              <a:t>Sin especificar una base de datos (el dump debe contener el script de creación de la o las BDS)</a:t>
            </a:r>
            <a:endParaRPr>
              <a:latin typeface="Bitter"/>
              <a:ea typeface="Bitter"/>
              <a:cs typeface="Bitter"/>
              <a:sym typeface="Bitte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71"/>
        <p:cNvGrpSpPr/>
        <p:nvPr/>
      </p:nvGrpSpPr>
      <p:grpSpPr>
        <a:xfrm>
          <a:off x="0" y="0"/>
          <a:ext cx="0" cy="0"/>
          <a:chOff x="0" y="0"/>
          <a:chExt cx="0" cy="0"/>
        </a:xfrm>
      </p:grpSpPr>
      <p:sp>
        <p:nvSpPr>
          <p:cNvPr id="672" name="Google Shape;672;p44"/>
          <p:cNvSpPr/>
          <p:nvPr/>
        </p:nvSpPr>
        <p:spPr>
          <a:xfrm>
            <a:off x="355200" y="291450"/>
            <a:ext cx="8460925" cy="856100"/>
          </a:xfrm>
          <a:custGeom>
            <a:avLst/>
            <a:gdLst/>
            <a:ahLst/>
            <a:cxnLst/>
            <a:rect l="l" t="t" r="r" b="b"/>
            <a:pathLst>
              <a:path w="338437" h="34244" extrusionOk="0">
                <a:moveTo>
                  <a:pt x="0" y="0"/>
                </a:moveTo>
                <a:lnTo>
                  <a:pt x="2186" y="34244"/>
                </a:lnTo>
                <a:lnTo>
                  <a:pt x="334794" y="33880"/>
                </a:lnTo>
                <a:lnTo>
                  <a:pt x="338437" y="6193"/>
                </a:lnTo>
                <a:close/>
              </a:path>
            </a:pathLst>
          </a:custGeom>
          <a:solidFill>
            <a:schemeClr val="accent3"/>
          </a:solidFill>
          <a:ln w="38100" cap="flat" cmpd="sng">
            <a:solidFill>
              <a:schemeClr val="lt1"/>
            </a:solidFill>
            <a:prstDash val="solid"/>
            <a:round/>
            <a:headEnd type="none" w="med" len="med"/>
            <a:tailEnd type="none" w="med" len="med"/>
          </a:ln>
        </p:spPr>
      </p:sp>
      <p:sp>
        <p:nvSpPr>
          <p:cNvPr id="673" name="Google Shape;673;p44"/>
          <p:cNvSpPr txBox="1">
            <a:spLocks noGrp="1"/>
          </p:cNvSpPr>
          <p:nvPr>
            <p:ph type="title"/>
          </p:nvPr>
        </p:nvSpPr>
        <p:spPr>
          <a:xfrm>
            <a:off x="720000" y="366675"/>
            <a:ext cx="8020200" cy="745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900"/>
              <a:t>DUMP</a:t>
            </a:r>
            <a:endParaRPr sz="2900"/>
          </a:p>
        </p:txBody>
      </p:sp>
      <p:sp>
        <p:nvSpPr>
          <p:cNvPr id="674" name="Google Shape;674;p44"/>
          <p:cNvSpPr txBox="1"/>
          <p:nvPr/>
        </p:nvSpPr>
        <p:spPr>
          <a:xfrm>
            <a:off x="720000" y="1354375"/>
            <a:ext cx="7704000" cy="479700"/>
          </a:xfrm>
          <a:prstGeom prst="rect">
            <a:avLst/>
          </a:prstGeom>
          <a:noFill/>
          <a:ln>
            <a:noFill/>
          </a:ln>
        </p:spPr>
        <p:txBody>
          <a:bodyPr spcFirstLastPara="1" wrap="square" lIns="91425" tIns="91425" rIns="0" bIns="91425" anchor="t" anchorCtr="0">
            <a:noAutofit/>
          </a:bodyPr>
          <a:lstStyle/>
          <a:p>
            <a:pPr marL="0" lvl="0" indent="0" algn="ctr" rtl="0">
              <a:spcBef>
                <a:spcPts val="0"/>
              </a:spcBef>
              <a:spcAft>
                <a:spcPts val="0"/>
              </a:spcAft>
              <a:buNone/>
            </a:pPr>
            <a:endParaRPr sz="1200">
              <a:solidFill>
                <a:srgbClr val="191919"/>
              </a:solidFill>
              <a:latin typeface="Bitter"/>
              <a:ea typeface="Bitter"/>
              <a:cs typeface="Bitter"/>
              <a:sym typeface="Bitter"/>
            </a:endParaRPr>
          </a:p>
          <a:p>
            <a:pPr marL="0" lvl="0" indent="0" algn="ctr" rtl="0">
              <a:spcBef>
                <a:spcPts val="0"/>
              </a:spcBef>
              <a:spcAft>
                <a:spcPts val="0"/>
              </a:spcAft>
              <a:buNone/>
            </a:pPr>
            <a:endParaRPr sz="1200" b="1">
              <a:solidFill>
                <a:srgbClr val="6E6EE3"/>
              </a:solidFill>
              <a:latin typeface="Bitter"/>
              <a:ea typeface="Bitter"/>
              <a:cs typeface="Bitter"/>
              <a:sym typeface="Bitter"/>
            </a:endParaRPr>
          </a:p>
        </p:txBody>
      </p:sp>
      <p:sp>
        <p:nvSpPr>
          <p:cNvPr id="675" name="Google Shape;675;p44"/>
          <p:cNvSpPr txBox="1"/>
          <p:nvPr/>
        </p:nvSpPr>
        <p:spPr>
          <a:xfrm>
            <a:off x="720000" y="4251600"/>
            <a:ext cx="3852000" cy="357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000" b="1">
              <a:solidFill>
                <a:schemeClr val="accent1"/>
              </a:solidFill>
              <a:latin typeface="Bitter"/>
              <a:ea typeface="Bitter"/>
              <a:cs typeface="Bitter"/>
              <a:sym typeface="Bitter"/>
            </a:endParaRPr>
          </a:p>
        </p:txBody>
      </p:sp>
      <p:sp>
        <p:nvSpPr>
          <p:cNvPr id="676" name="Google Shape;676;p44"/>
          <p:cNvSpPr txBox="1"/>
          <p:nvPr/>
        </p:nvSpPr>
        <p:spPr>
          <a:xfrm>
            <a:off x="4572000" y="4251600"/>
            <a:ext cx="3852000" cy="357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000" b="1">
              <a:solidFill>
                <a:schemeClr val="accent1"/>
              </a:solidFill>
              <a:latin typeface="Bitter"/>
              <a:ea typeface="Bitter"/>
              <a:cs typeface="Bitter"/>
              <a:sym typeface="Bitter"/>
            </a:endParaRPr>
          </a:p>
        </p:txBody>
      </p:sp>
      <p:sp>
        <p:nvSpPr>
          <p:cNvPr id="677" name="Google Shape;677;p44"/>
          <p:cNvSpPr txBox="1"/>
          <p:nvPr/>
        </p:nvSpPr>
        <p:spPr>
          <a:xfrm>
            <a:off x="505375" y="1472750"/>
            <a:ext cx="3957300" cy="2986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a:t>-- Current Database: `backups`</a:t>
            </a:r>
            <a:endParaRPr sz="800"/>
          </a:p>
          <a:p>
            <a:pPr marL="0" lvl="0" indent="0" algn="l" rtl="0">
              <a:spcBef>
                <a:spcPts val="0"/>
              </a:spcBef>
              <a:spcAft>
                <a:spcPts val="0"/>
              </a:spcAft>
              <a:buNone/>
            </a:pPr>
            <a:r>
              <a:rPr lang="en" sz="800"/>
              <a:t>--</a:t>
            </a:r>
            <a:endParaRPr sz="800"/>
          </a:p>
          <a:p>
            <a:pPr marL="0" lvl="0" indent="0" algn="l" rtl="0">
              <a:spcBef>
                <a:spcPts val="0"/>
              </a:spcBef>
              <a:spcAft>
                <a:spcPts val="0"/>
              </a:spcAft>
              <a:buNone/>
            </a:pPr>
            <a:endParaRPr sz="800"/>
          </a:p>
          <a:p>
            <a:pPr marL="0" lvl="0" indent="0" algn="l" rtl="0">
              <a:spcBef>
                <a:spcPts val="0"/>
              </a:spcBef>
              <a:spcAft>
                <a:spcPts val="0"/>
              </a:spcAft>
              <a:buNone/>
            </a:pPr>
            <a:r>
              <a:rPr lang="en" sz="800"/>
              <a:t>CREATE DATABASE /*!32312 IF NOT EXISTS*/ `backups` /*!40100 DEFAULT CHARACTER SET utf8mb4 COLLATE utf8mb4_0900_ai_ci */ /*!80016 DEFAULT ENCRYPTION='N' */;</a:t>
            </a:r>
            <a:endParaRPr sz="800"/>
          </a:p>
          <a:p>
            <a:pPr marL="0" lvl="0" indent="0" algn="l" rtl="0">
              <a:spcBef>
                <a:spcPts val="0"/>
              </a:spcBef>
              <a:spcAft>
                <a:spcPts val="0"/>
              </a:spcAft>
              <a:buNone/>
            </a:pPr>
            <a:endParaRPr/>
          </a:p>
          <a:p>
            <a:pPr marL="0" lvl="0" indent="0" algn="l" rtl="0">
              <a:spcBef>
                <a:spcPts val="0"/>
              </a:spcBef>
              <a:spcAft>
                <a:spcPts val="0"/>
              </a:spcAft>
              <a:buNone/>
            </a:pPr>
            <a:r>
              <a:rPr lang="en" sz="800"/>
              <a:t>USE `backups`;</a:t>
            </a:r>
            <a:endParaRPr sz="800"/>
          </a:p>
          <a:p>
            <a:pPr marL="0" lvl="0" indent="0" algn="l" rtl="0">
              <a:spcBef>
                <a:spcPts val="0"/>
              </a:spcBef>
              <a:spcAft>
                <a:spcPts val="0"/>
              </a:spcAft>
              <a:buNone/>
            </a:pPr>
            <a:endParaRPr sz="800"/>
          </a:p>
          <a:p>
            <a:pPr marL="0" lvl="0" indent="0" algn="l" rtl="0">
              <a:spcBef>
                <a:spcPts val="0"/>
              </a:spcBef>
              <a:spcAft>
                <a:spcPts val="0"/>
              </a:spcAft>
              <a:buNone/>
            </a:pPr>
            <a:r>
              <a:rPr lang="en" sz="800"/>
              <a:t>--</a:t>
            </a:r>
            <a:endParaRPr sz="800"/>
          </a:p>
          <a:p>
            <a:pPr marL="0" lvl="0" indent="0" algn="l" rtl="0">
              <a:spcBef>
                <a:spcPts val="0"/>
              </a:spcBef>
              <a:spcAft>
                <a:spcPts val="0"/>
              </a:spcAft>
              <a:buNone/>
            </a:pPr>
            <a:r>
              <a:rPr lang="en" sz="800" b="1"/>
              <a:t>-- Table structure for table `cliente`</a:t>
            </a:r>
            <a:endParaRPr sz="800" b="1"/>
          </a:p>
          <a:p>
            <a:pPr marL="0" lvl="0" indent="0" algn="l" rtl="0">
              <a:spcBef>
                <a:spcPts val="0"/>
              </a:spcBef>
              <a:spcAft>
                <a:spcPts val="0"/>
              </a:spcAft>
              <a:buNone/>
            </a:pPr>
            <a:r>
              <a:rPr lang="en" sz="800"/>
              <a:t>--</a:t>
            </a:r>
            <a:endParaRPr sz="800"/>
          </a:p>
          <a:p>
            <a:pPr marL="0" lvl="0" indent="0" algn="l" rtl="0">
              <a:spcBef>
                <a:spcPts val="0"/>
              </a:spcBef>
              <a:spcAft>
                <a:spcPts val="0"/>
              </a:spcAft>
              <a:buNone/>
            </a:pPr>
            <a:endParaRPr sz="800"/>
          </a:p>
          <a:p>
            <a:pPr marL="0" lvl="0" indent="0" algn="l" rtl="0">
              <a:spcBef>
                <a:spcPts val="0"/>
              </a:spcBef>
              <a:spcAft>
                <a:spcPts val="0"/>
              </a:spcAft>
              <a:buNone/>
            </a:pPr>
            <a:r>
              <a:rPr lang="en" sz="800"/>
              <a:t>DROP TABLE IF EXISTS `cliente`;</a:t>
            </a:r>
            <a:endParaRPr sz="800"/>
          </a:p>
          <a:p>
            <a:pPr marL="0" lvl="0" indent="0" algn="l" rtl="0">
              <a:spcBef>
                <a:spcPts val="0"/>
              </a:spcBef>
              <a:spcAft>
                <a:spcPts val="0"/>
              </a:spcAft>
              <a:buNone/>
            </a:pPr>
            <a:r>
              <a:rPr lang="en" sz="800"/>
              <a:t>/*!40101 SET @saved_cs_client     = @@character_set_client */;</a:t>
            </a:r>
            <a:endParaRPr sz="800"/>
          </a:p>
          <a:p>
            <a:pPr marL="0" lvl="0" indent="0" algn="l" rtl="0">
              <a:spcBef>
                <a:spcPts val="0"/>
              </a:spcBef>
              <a:spcAft>
                <a:spcPts val="0"/>
              </a:spcAft>
              <a:buNone/>
            </a:pPr>
            <a:r>
              <a:rPr lang="en" sz="800"/>
              <a:t>/*!50503 SET character_set_client = utf8mb4 */;</a:t>
            </a:r>
            <a:endParaRPr sz="800"/>
          </a:p>
          <a:p>
            <a:pPr marL="0" lvl="0" indent="0" algn="l" rtl="0">
              <a:spcBef>
                <a:spcPts val="0"/>
              </a:spcBef>
              <a:spcAft>
                <a:spcPts val="0"/>
              </a:spcAft>
              <a:buNone/>
            </a:pPr>
            <a:r>
              <a:rPr lang="en" sz="800"/>
              <a:t>CREATE TABLE `cliente` (</a:t>
            </a:r>
            <a:endParaRPr sz="800"/>
          </a:p>
          <a:p>
            <a:pPr marL="0" lvl="0" indent="0" algn="l" rtl="0">
              <a:spcBef>
                <a:spcPts val="0"/>
              </a:spcBef>
              <a:spcAft>
                <a:spcPts val="0"/>
              </a:spcAft>
              <a:buNone/>
            </a:pPr>
            <a:r>
              <a:rPr lang="en" sz="800"/>
              <a:t>  `dni` int NOT NULL,</a:t>
            </a:r>
            <a:endParaRPr sz="800"/>
          </a:p>
          <a:p>
            <a:pPr marL="0" lvl="0" indent="0" algn="l" rtl="0">
              <a:spcBef>
                <a:spcPts val="0"/>
              </a:spcBef>
              <a:spcAft>
                <a:spcPts val="0"/>
              </a:spcAft>
              <a:buNone/>
            </a:pPr>
            <a:r>
              <a:rPr lang="en" sz="800"/>
              <a:t>  `nombre` varchar(50) DEFAULT NULL,</a:t>
            </a:r>
            <a:endParaRPr sz="800"/>
          </a:p>
          <a:p>
            <a:pPr marL="0" lvl="0" indent="0" algn="l" rtl="0">
              <a:spcBef>
                <a:spcPts val="0"/>
              </a:spcBef>
              <a:spcAft>
                <a:spcPts val="0"/>
              </a:spcAft>
              <a:buNone/>
            </a:pPr>
            <a:r>
              <a:rPr lang="en" sz="800"/>
              <a:t>  PRIMARY KEY (`dni`)</a:t>
            </a:r>
            <a:endParaRPr sz="800"/>
          </a:p>
          <a:p>
            <a:pPr marL="0" lvl="0" indent="0" algn="l" rtl="0">
              <a:spcBef>
                <a:spcPts val="0"/>
              </a:spcBef>
              <a:spcAft>
                <a:spcPts val="0"/>
              </a:spcAft>
              <a:buNone/>
            </a:pPr>
            <a:r>
              <a:rPr lang="en" sz="800"/>
              <a:t>) ENGINE=InnoDB DEFAULT CHARSET=utf8mb4 COLLATE=utf8mb4_0900_ai_ci;</a:t>
            </a:r>
            <a:endParaRPr sz="800"/>
          </a:p>
          <a:p>
            <a:pPr marL="0" lvl="0" indent="0" algn="l" rtl="0">
              <a:spcBef>
                <a:spcPts val="0"/>
              </a:spcBef>
              <a:spcAft>
                <a:spcPts val="0"/>
              </a:spcAft>
              <a:buNone/>
            </a:pPr>
            <a:r>
              <a:rPr lang="en" sz="800"/>
              <a:t>/*!40101 SET character_set_client = @saved_cs_client */;</a:t>
            </a:r>
            <a:endParaRPr sz="800"/>
          </a:p>
        </p:txBody>
      </p:sp>
      <p:sp>
        <p:nvSpPr>
          <p:cNvPr id="678" name="Google Shape;678;p44"/>
          <p:cNvSpPr txBox="1"/>
          <p:nvPr/>
        </p:nvSpPr>
        <p:spPr>
          <a:xfrm>
            <a:off x="5062200" y="1472750"/>
            <a:ext cx="3361800" cy="326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b="1"/>
              <a:t>-- Dumping data for table `cliente`</a:t>
            </a:r>
            <a:endParaRPr sz="800" b="1"/>
          </a:p>
          <a:p>
            <a:pPr marL="0" lvl="0" indent="0" algn="l" rtl="0">
              <a:spcBef>
                <a:spcPts val="0"/>
              </a:spcBef>
              <a:spcAft>
                <a:spcPts val="0"/>
              </a:spcAft>
              <a:buNone/>
            </a:pPr>
            <a:r>
              <a:rPr lang="en" sz="800"/>
              <a:t>--</a:t>
            </a:r>
            <a:endParaRPr sz="800"/>
          </a:p>
          <a:p>
            <a:pPr marL="0" lvl="0" indent="0" algn="l" rtl="0">
              <a:spcBef>
                <a:spcPts val="0"/>
              </a:spcBef>
              <a:spcAft>
                <a:spcPts val="0"/>
              </a:spcAft>
              <a:buNone/>
            </a:pPr>
            <a:endParaRPr sz="800"/>
          </a:p>
          <a:p>
            <a:pPr marL="0" lvl="0" indent="0" algn="l" rtl="0">
              <a:spcBef>
                <a:spcPts val="0"/>
              </a:spcBef>
              <a:spcAft>
                <a:spcPts val="0"/>
              </a:spcAft>
              <a:buNone/>
            </a:pPr>
            <a:r>
              <a:rPr lang="en" sz="800"/>
              <a:t>LOCK TABLES `cliente` WRITE;</a:t>
            </a:r>
            <a:endParaRPr sz="800"/>
          </a:p>
          <a:p>
            <a:pPr marL="0" lvl="0" indent="0" algn="l" rtl="0">
              <a:spcBef>
                <a:spcPts val="0"/>
              </a:spcBef>
              <a:spcAft>
                <a:spcPts val="0"/>
              </a:spcAft>
              <a:buNone/>
            </a:pPr>
            <a:r>
              <a:rPr lang="en" sz="800"/>
              <a:t>/*!40000 ALTER TABLE `cliente` DISABLE KEYS */;</a:t>
            </a:r>
            <a:endParaRPr sz="800"/>
          </a:p>
          <a:p>
            <a:pPr marL="0" lvl="0" indent="0" algn="l" rtl="0">
              <a:spcBef>
                <a:spcPts val="0"/>
              </a:spcBef>
              <a:spcAft>
                <a:spcPts val="0"/>
              </a:spcAft>
              <a:buNone/>
            </a:pPr>
            <a:r>
              <a:rPr lang="en" sz="800"/>
              <a:t>INSERT INTO `cliente` VALUES (42577222,'Fulanito'),(42577223,'Fulanito3');</a:t>
            </a:r>
            <a:endParaRPr sz="800"/>
          </a:p>
          <a:p>
            <a:pPr marL="0" lvl="0" indent="0" algn="l" rtl="0">
              <a:spcBef>
                <a:spcPts val="0"/>
              </a:spcBef>
              <a:spcAft>
                <a:spcPts val="0"/>
              </a:spcAft>
              <a:buNone/>
            </a:pPr>
            <a:r>
              <a:rPr lang="en" sz="800"/>
              <a:t>/*!40000 ALTER TABLE `cliente` ENABLE KEYS */;</a:t>
            </a:r>
            <a:endParaRPr sz="800"/>
          </a:p>
          <a:p>
            <a:pPr marL="0" lvl="0" indent="0" algn="l" rtl="0">
              <a:spcBef>
                <a:spcPts val="0"/>
              </a:spcBef>
              <a:spcAft>
                <a:spcPts val="0"/>
              </a:spcAft>
              <a:buNone/>
            </a:pPr>
            <a:r>
              <a:rPr lang="en" sz="800"/>
              <a:t>UNLOCK TABLES;</a:t>
            </a:r>
            <a:endParaRPr sz="800"/>
          </a:p>
          <a:p>
            <a:pPr marL="0" lvl="0" indent="0" algn="l" rtl="0">
              <a:spcBef>
                <a:spcPts val="0"/>
              </a:spcBef>
              <a:spcAft>
                <a:spcPts val="0"/>
              </a:spcAft>
              <a:buNone/>
            </a:pPr>
            <a:r>
              <a:rPr lang="en" sz="800"/>
              <a:t>/*!40103 SET TIME_ZONE=@OLD_TIME_ZONE */;</a:t>
            </a:r>
            <a:endParaRPr sz="800"/>
          </a:p>
          <a:p>
            <a:pPr marL="0" lvl="0" indent="0" algn="l" rtl="0">
              <a:spcBef>
                <a:spcPts val="0"/>
              </a:spcBef>
              <a:spcAft>
                <a:spcPts val="0"/>
              </a:spcAft>
              <a:buNone/>
            </a:pPr>
            <a:endParaRPr sz="800"/>
          </a:p>
          <a:p>
            <a:pPr marL="0" lvl="0" indent="0" algn="l" rtl="0">
              <a:spcBef>
                <a:spcPts val="0"/>
              </a:spcBef>
              <a:spcAft>
                <a:spcPts val="0"/>
              </a:spcAft>
              <a:buNone/>
            </a:pPr>
            <a:r>
              <a:rPr lang="en" sz="800"/>
              <a:t>/*!40101 SET SQL_MODE=@OLD_SQL_MODE */;</a:t>
            </a:r>
            <a:endParaRPr sz="800"/>
          </a:p>
          <a:p>
            <a:pPr marL="0" lvl="0" indent="0" algn="l" rtl="0">
              <a:spcBef>
                <a:spcPts val="0"/>
              </a:spcBef>
              <a:spcAft>
                <a:spcPts val="0"/>
              </a:spcAft>
              <a:buNone/>
            </a:pPr>
            <a:r>
              <a:rPr lang="en" sz="800"/>
              <a:t>/*!40014 SET FOREIGN_KEY_CHECKS=@OLD_FOREIGN_KEY_CHECKS */;</a:t>
            </a:r>
            <a:endParaRPr sz="800"/>
          </a:p>
          <a:p>
            <a:pPr marL="0" lvl="0" indent="0" algn="l" rtl="0">
              <a:spcBef>
                <a:spcPts val="0"/>
              </a:spcBef>
              <a:spcAft>
                <a:spcPts val="0"/>
              </a:spcAft>
              <a:buNone/>
            </a:pPr>
            <a:r>
              <a:rPr lang="en" sz="800"/>
              <a:t>/*!40014 SET UNIQUE_CHECKS=@OLD_UNIQUE_CHECKS */;</a:t>
            </a:r>
            <a:endParaRPr sz="800"/>
          </a:p>
          <a:p>
            <a:pPr marL="0" lvl="0" indent="0" algn="l" rtl="0">
              <a:spcBef>
                <a:spcPts val="0"/>
              </a:spcBef>
              <a:spcAft>
                <a:spcPts val="0"/>
              </a:spcAft>
              <a:buNone/>
            </a:pPr>
            <a:r>
              <a:rPr lang="en" sz="800"/>
              <a:t>/*!40101 SET CHARACTER_SET_CLIENT=@OLD_CHARACTER_SET_CLIENT */;</a:t>
            </a:r>
            <a:endParaRPr sz="800"/>
          </a:p>
          <a:p>
            <a:pPr marL="0" lvl="0" indent="0" algn="l" rtl="0">
              <a:spcBef>
                <a:spcPts val="0"/>
              </a:spcBef>
              <a:spcAft>
                <a:spcPts val="0"/>
              </a:spcAft>
              <a:buNone/>
            </a:pPr>
            <a:r>
              <a:rPr lang="en" sz="800"/>
              <a:t>/*!40101 SET CHARACTER_SET_RESULTS=@OLD_CHARACTER_SET_RESULTS */;</a:t>
            </a:r>
            <a:endParaRPr sz="800"/>
          </a:p>
          <a:p>
            <a:pPr marL="0" lvl="0" indent="0" algn="l" rtl="0">
              <a:spcBef>
                <a:spcPts val="0"/>
              </a:spcBef>
              <a:spcAft>
                <a:spcPts val="0"/>
              </a:spcAft>
              <a:buNone/>
            </a:pPr>
            <a:r>
              <a:rPr lang="en" sz="800"/>
              <a:t>/*!40101 SET COLLATION_CONNECTION=@OLD_COLLATION_CONNECTION */;</a:t>
            </a:r>
            <a:endParaRPr sz="800"/>
          </a:p>
          <a:p>
            <a:pPr marL="0" lvl="0" indent="0" algn="l" rtl="0">
              <a:spcBef>
                <a:spcPts val="0"/>
              </a:spcBef>
              <a:spcAft>
                <a:spcPts val="0"/>
              </a:spcAft>
              <a:buNone/>
            </a:pPr>
            <a:r>
              <a:rPr lang="en" sz="800"/>
              <a:t>/*!40111 SET SQL_NOTES=@OLD_SQL_NOTES */;</a:t>
            </a:r>
            <a:endParaRPr sz="800"/>
          </a:p>
          <a:p>
            <a:pPr marL="0" lvl="0" indent="0" algn="l" rtl="0">
              <a:spcBef>
                <a:spcPts val="0"/>
              </a:spcBef>
              <a:spcAft>
                <a:spcPts val="0"/>
              </a:spcAft>
              <a:buNone/>
            </a:pPr>
            <a:endParaRPr sz="800"/>
          </a:p>
          <a:p>
            <a:pPr marL="0" lvl="0" indent="0" algn="l" rtl="0">
              <a:spcBef>
                <a:spcPts val="0"/>
              </a:spcBef>
              <a:spcAft>
                <a:spcPts val="0"/>
              </a:spcAft>
              <a:buNone/>
            </a:pPr>
            <a:r>
              <a:rPr lang="en" sz="800"/>
              <a:t>-- Dump completed on 2022-10-19 15:56:22</a:t>
            </a:r>
            <a:endParaRPr sz="8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sp>
        <p:nvSpPr>
          <p:cNvPr id="683" name="Google Shape;683;p45"/>
          <p:cNvSpPr/>
          <p:nvPr/>
        </p:nvSpPr>
        <p:spPr>
          <a:xfrm>
            <a:off x="355200" y="291450"/>
            <a:ext cx="8460925" cy="856100"/>
          </a:xfrm>
          <a:custGeom>
            <a:avLst/>
            <a:gdLst/>
            <a:ahLst/>
            <a:cxnLst/>
            <a:rect l="l" t="t" r="r" b="b"/>
            <a:pathLst>
              <a:path w="338437" h="34244" extrusionOk="0">
                <a:moveTo>
                  <a:pt x="0" y="0"/>
                </a:moveTo>
                <a:lnTo>
                  <a:pt x="2186" y="34244"/>
                </a:lnTo>
                <a:lnTo>
                  <a:pt x="334794" y="33880"/>
                </a:lnTo>
                <a:lnTo>
                  <a:pt x="338437" y="6193"/>
                </a:lnTo>
                <a:close/>
              </a:path>
            </a:pathLst>
          </a:custGeom>
          <a:solidFill>
            <a:schemeClr val="accent3"/>
          </a:solidFill>
          <a:ln w="38100" cap="flat" cmpd="sng">
            <a:solidFill>
              <a:schemeClr val="lt1"/>
            </a:solidFill>
            <a:prstDash val="solid"/>
            <a:round/>
            <a:headEnd type="none" w="med" len="med"/>
            <a:tailEnd type="none" w="med" len="med"/>
          </a:ln>
        </p:spPr>
      </p:sp>
      <p:sp>
        <p:nvSpPr>
          <p:cNvPr id="684" name="Google Shape;684;p45"/>
          <p:cNvSpPr txBox="1">
            <a:spLocks noGrp="1"/>
          </p:cNvSpPr>
          <p:nvPr>
            <p:ph type="title"/>
          </p:nvPr>
        </p:nvSpPr>
        <p:spPr>
          <a:xfrm>
            <a:off x="720000" y="366675"/>
            <a:ext cx="8020200" cy="745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900"/>
              <a:t>BACKUP EN CALIENTE</a:t>
            </a:r>
            <a:endParaRPr sz="2900"/>
          </a:p>
        </p:txBody>
      </p:sp>
      <p:sp>
        <p:nvSpPr>
          <p:cNvPr id="685" name="Google Shape;685;p45"/>
          <p:cNvSpPr txBox="1"/>
          <p:nvPr/>
        </p:nvSpPr>
        <p:spPr>
          <a:xfrm>
            <a:off x="720000" y="1354375"/>
            <a:ext cx="7704000" cy="479700"/>
          </a:xfrm>
          <a:prstGeom prst="rect">
            <a:avLst/>
          </a:prstGeom>
          <a:noFill/>
          <a:ln>
            <a:noFill/>
          </a:ln>
        </p:spPr>
        <p:txBody>
          <a:bodyPr spcFirstLastPara="1" wrap="square" lIns="91425" tIns="91425" rIns="0" bIns="91425" anchor="t" anchorCtr="0">
            <a:noAutofit/>
          </a:bodyPr>
          <a:lstStyle/>
          <a:p>
            <a:pPr marL="0" lvl="0" indent="0" algn="ctr" rtl="0">
              <a:spcBef>
                <a:spcPts val="0"/>
              </a:spcBef>
              <a:spcAft>
                <a:spcPts val="0"/>
              </a:spcAft>
              <a:buNone/>
            </a:pPr>
            <a:endParaRPr sz="1200">
              <a:solidFill>
                <a:srgbClr val="191919"/>
              </a:solidFill>
              <a:latin typeface="Bitter"/>
              <a:ea typeface="Bitter"/>
              <a:cs typeface="Bitter"/>
              <a:sym typeface="Bitter"/>
            </a:endParaRPr>
          </a:p>
          <a:p>
            <a:pPr marL="0" lvl="0" indent="0" algn="ctr" rtl="0">
              <a:spcBef>
                <a:spcPts val="0"/>
              </a:spcBef>
              <a:spcAft>
                <a:spcPts val="0"/>
              </a:spcAft>
              <a:buNone/>
            </a:pPr>
            <a:endParaRPr sz="1200" b="1">
              <a:solidFill>
                <a:srgbClr val="6E6EE3"/>
              </a:solidFill>
              <a:latin typeface="Bitter"/>
              <a:ea typeface="Bitter"/>
              <a:cs typeface="Bitter"/>
              <a:sym typeface="Bitter"/>
            </a:endParaRPr>
          </a:p>
        </p:txBody>
      </p:sp>
      <p:sp>
        <p:nvSpPr>
          <p:cNvPr id="686" name="Google Shape;686;p45"/>
          <p:cNvSpPr txBox="1"/>
          <p:nvPr/>
        </p:nvSpPr>
        <p:spPr>
          <a:xfrm>
            <a:off x="720000" y="4251600"/>
            <a:ext cx="3852000" cy="357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000" b="1">
              <a:solidFill>
                <a:schemeClr val="accent1"/>
              </a:solidFill>
              <a:latin typeface="Bitter"/>
              <a:ea typeface="Bitter"/>
              <a:cs typeface="Bitter"/>
              <a:sym typeface="Bitter"/>
            </a:endParaRPr>
          </a:p>
        </p:txBody>
      </p:sp>
      <p:sp>
        <p:nvSpPr>
          <p:cNvPr id="687" name="Google Shape;687;p45"/>
          <p:cNvSpPr txBox="1"/>
          <p:nvPr/>
        </p:nvSpPr>
        <p:spPr>
          <a:xfrm>
            <a:off x="720000" y="1591150"/>
            <a:ext cx="7598400" cy="2478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500"/>
              <a:t>¿Se puede hacer un backup en caliente?</a:t>
            </a:r>
            <a:endParaRPr sz="1500"/>
          </a:p>
          <a:p>
            <a:pPr marL="0" lvl="0" indent="0" algn="l" rtl="0">
              <a:spcBef>
                <a:spcPts val="0"/>
              </a:spcBef>
              <a:spcAft>
                <a:spcPts val="0"/>
              </a:spcAft>
              <a:buNone/>
            </a:pPr>
            <a:endParaRPr/>
          </a:p>
          <a:p>
            <a:pPr marL="0" lvl="0" indent="0" algn="l" rtl="0">
              <a:spcBef>
                <a:spcPts val="0"/>
              </a:spcBef>
              <a:spcAft>
                <a:spcPts val="0"/>
              </a:spcAft>
              <a:buNone/>
            </a:pPr>
            <a:r>
              <a:rPr lang="en"/>
              <a:t>Normalmente, el resguardo de las tablas pertenecientes al Engine InnoDB bloquean el acceso a las tablas. Sin embargo, existen alternativas para evitar que esto ocurra.</a:t>
            </a:r>
            <a:endParaRPr/>
          </a:p>
          <a:p>
            <a:pPr marL="0" lvl="0" indent="0" algn="l" rtl="0">
              <a:spcBef>
                <a:spcPts val="0"/>
              </a:spcBef>
              <a:spcAft>
                <a:spcPts val="0"/>
              </a:spcAft>
              <a:buNone/>
            </a:pPr>
            <a:r>
              <a:rPr lang="en"/>
              <a:t>El parámetro </a:t>
            </a:r>
            <a:r>
              <a:rPr lang="en" b="1"/>
              <a:t>“—skip-lock-tables”</a:t>
            </a:r>
            <a:r>
              <a:rPr lang="en"/>
              <a:t> y </a:t>
            </a:r>
            <a:r>
              <a:rPr lang="en" b="1"/>
              <a:t>“—single-transaction”</a:t>
            </a:r>
            <a:r>
              <a:rPr lang="en"/>
              <a:t> evita el bloqueo de las tablas.</a:t>
            </a:r>
            <a:endParaRPr/>
          </a:p>
          <a:p>
            <a:pPr marL="0" lvl="0" indent="0" algn="l" rtl="0">
              <a:spcBef>
                <a:spcPts val="0"/>
              </a:spcBef>
              <a:spcAft>
                <a:spcPts val="0"/>
              </a:spcAft>
              <a:buNone/>
            </a:pPr>
            <a:endParaRPr/>
          </a:p>
          <a:p>
            <a:pPr marL="0" lvl="0" indent="0" algn="l" rtl="0">
              <a:spcBef>
                <a:spcPts val="0"/>
              </a:spcBef>
              <a:spcAft>
                <a:spcPts val="0"/>
              </a:spcAft>
              <a:buNone/>
            </a:pPr>
            <a:r>
              <a:rPr lang="en"/>
              <a:t>El parámetro “—single-transaction” mantiene un estado de consistencia de la base de datos. Si en ese momento, se ejecuta una operación de DDL (cambio de estructura de una tabla, por ejemplo), los querys se verán bloqueados para preservar la consistencia de los datos. (Esto aplica únicamente para tablas InnoDB)</a:t>
            </a:r>
            <a:endParaRPr/>
          </a:p>
          <a:p>
            <a:pPr marL="0" lvl="0" indent="0" algn="l" rtl="0">
              <a:spcBef>
                <a:spcPts val="0"/>
              </a:spcBef>
              <a:spcAft>
                <a:spcPts val="0"/>
              </a:spcAft>
              <a:buNone/>
            </a:pPr>
            <a:endParaRPr sz="8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91"/>
        <p:cNvGrpSpPr/>
        <p:nvPr/>
      </p:nvGrpSpPr>
      <p:grpSpPr>
        <a:xfrm>
          <a:off x="0" y="0"/>
          <a:ext cx="0" cy="0"/>
          <a:chOff x="0" y="0"/>
          <a:chExt cx="0" cy="0"/>
        </a:xfrm>
      </p:grpSpPr>
      <p:sp>
        <p:nvSpPr>
          <p:cNvPr id="692" name="Google Shape;692;p46"/>
          <p:cNvSpPr/>
          <p:nvPr/>
        </p:nvSpPr>
        <p:spPr>
          <a:xfrm>
            <a:off x="355200" y="291450"/>
            <a:ext cx="8460925" cy="856100"/>
          </a:xfrm>
          <a:custGeom>
            <a:avLst/>
            <a:gdLst/>
            <a:ahLst/>
            <a:cxnLst/>
            <a:rect l="l" t="t" r="r" b="b"/>
            <a:pathLst>
              <a:path w="338437" h="34244" extrusionOk="0">
                <a:moveTo>
                  <a:pt x="0" y="0"/>
                </a:moveTo>
                <a:lnTo>
                  <a:pt x="2186" y="34244"/>
                </a:lnTo>
                <a:lnTo>
                  <a:pt x="334794" y="33880"/>
                </a:lnTo>
                <a:lnTo>
                  <a:pt x="338437" y="6193"/>
                </a:lnTo>
                <a:close/>
              </a:path>
            </a:pathLst>
          </a:custGeom>
          <a:solidFill>
            <a:schemeClr val="accent3"/>
          </a:solidFill>
          <a:ln w="38100" cap="flat" cmpd="sng">
            <a:solidFill>
              <a:schemeClr val="lt1"/>
            </a:solidFill>
            <a:prstDash val="solid"/>
            <a:round/>
            <a:headEnd type="none" w="med" len="med"/>
            <a:tailEnd type="none" w="med" len="med"/>
          </a:ln>
        </p:spPr>
      </p:sp>
      <p:sp>
        <p:nvSpPr>
          <p:cNvPr id="693" name="Google Shape;693;p46"/>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BINARY LOGS</a:t>
            </a:r>
            <a:endParaRPr/>
          </a:p>
        </p:txBody>
      </p:sp>
      <p:sp>
        <p:nvSpPr>
          <p:cNvPr id="694" name="Google Shape;694;p46"/>
          <p:cNvSpPr txBox="1"/>
          <p:nvPr/>
        </p:nvSpPr>
        <p:spPr>
          <a:xfrm>
            <a:off x="720000" y="1354375"/>
            <a:ext cx="7704000" cy="479700"/>
          </a:xfrm>
          <a:prstGeom prst="rect">
            <a:avLst/>
          </a:prstGeom>
          <a:noFill/>
          <a:ln>
            <a:noFill/>
          </a:ln>
        </p:spPr>
        <p:txBody>
          <a:bodyPr spcFirstLastPara="1" wrap="square" lIns="91425" tIns="91425" rIns="0" bIns="91425" anchor="t" anchorCtr="0">
            <a:noAutofit/>
          </a:bodyPr>
          <a:lstStyle/>
          <a:p>
            <a:pPr marL="0" lvl="0" indent="0" algn="ctr" rtl="0">
              <a:spcBef>
                <a:spcPts val="0"/>
              </a:spcBef>
              <a:spcAft>
                <a:spcPts val="0"/>
              </a:spcAft>
              <a:buNone/>
            </a:pPr>
            <a:endParaRPr sz="1200">
              <a:solidFill>
                <a:srgbClr val="191919"/>
              </a:solidFill>
              <a:latin typeface="Bitter"/>
              <a:ea typeface="Bitter"/>
              <a:cs typeface="Bitter"/>
              <a:sym typeface="Bitter"/>
            </a:endParaRPr>
          </a:p>
          <a:p>
            <a:pPr marL="0" lvl="0" indent="0" algn="ctr" rtl="0">
              <a:spcBef>
                <a:spcPts val="0"/>
              </a:spcBef>
              <a:spcAft>
                <a:spcPts val="0"/>
              </a:spcAft>
              <a:buNone/>
            </a:pPr>
            <a:endParaRPr sz="1200" b="1">
              <a:solidFill>
                <a:srgbClr val="6E6EE3"/>
              </a:solidFill>
              <a:latin typeface="Bitter"/>
              <a:ea typeface="Bitter"/>
              <a:cs typeface="Bitter"/>
              <a:sym typeface="Bitter"/>
            </a:endParaRPr>
          </a:p>
        </p:txBody>
      </p:sp>
      <p:sp>
        <p:nvSpPr>
          <p:cNvPr id="695" name="Google Shape;695;p46"/>
          <p:cNvSpPr txBox="1"/>
          <p:nvPr/>
        </p:nvSpPr>
        <p:spPr>
          <a:xfrm>
            <a:off x="720000" y="4251600"/>
            <a:ext cx="3852000" cy="357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000" b="1">
              <a:solidFill>
                <a:schemeClr val="accent1"/>
              </a:solidFill>
              <a:latin typeface="Bitter"/>
              <a:ea typeface="Bitter"/>
              <a:cs typeface="Bitter"/>
              <a:sym typeface="Bitter"/>
            </a:endParaRPr>
          </a:p>
        </p:txBody>
      </p:sp>
      <p:sp>
        <p:nvSpPr>
          <p:cNvPr id="696" name="Google Shape;696;p46"/>
          <p:cNvSpPr txBox="1"/>
          <p:nvPr/>
        </p:nvSpPr>
        <p:spPr>
          <a:xfrm>
            <a:off x="4572000" y="4251600"/>
            <a:ext cx="3852000" cy="357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000" b="1">
              <a:solidFill>
                <a:schemeClr val="accent1"/>
              </a:solidFill>
              <a:latin typeface="Bitter"/>
              <a:ea typeface="Bitter"/>
              <a:cs typeface="Bitter"/>
              <a:sym typeface="Bitter"/>
            </a:endParaRPr>
          </a:p>
        </p:txBody>
      </p:sp>
      <p:sp>
        <p:nvSpPr>
          <p:cNvPr id="697" name="Google Shape;697;p46"/>
          <p:cNvSpPr txBox="1"/>
          <p:nvPr/>
        </p:nvSpPr>
        <p:spPr>
          <a:xfrm>
            <a:off x="899375" y="1496300"/>
            <a:ext cx="73452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Bitter"/>
                <a:ea typeface="Bitter"/>
                <a:cs typeface="Bitter"/>
                <a:sym typeface="Bitter"/>
              </a:rPr>
              <a:t>Los binary logs contienen la información de las transacciones realizadas en un determinado momento de tiempo. Se puede configurar su ubicación y retención en el archivo de configuración del motor MySQL /etc/mysql/mysql.conf.d/mysqld.cnf </a:t>
            </a:r>
            <a:endParaRPr>
              <a:latin typeface="Bitter"/>
              <a:ea typeface="Bitter"/>
              <a:cs typeface="Bitter"/>
              <a:sym typeface="Bitter"/>
            </a:endParaRPr>
          </a:p>
        </p:txBody>
      </p:sp>
      <p:sp>
        <p:nvSpPr>
          <p:cNvPr id="698" name="Google Shape;698;p46"/>
          <p:cNvSpPr txBox="1"/>
          <p:nvPr/>
        </p:nvSpPr>
        <p:spPr>
          <a:xfrm>
            <a:off x="913063" y="3753650"/>
            <a:ext cx="7345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Bitter"/>
              <a:ea typeface="Bitter"/>
              <a:cs typeface="Bitter"/>
              <a:sym typeface="Bitter"/>
            </a:endParaRPr>
          </a:p>
        </p:txBody>
      </p:sp>
      <p:pic>
        <p:nvPicPr>
          <p:cNvPr id="699" name="Google Shape;699;p46"/>
          <p:cNvPicPr preferRelativeResize="0"/>
          <p:nvPr/>
        </p:nvPicPr>
        <p:blipFill>
          <a:blip r:embed="rId3">
            <a:alphaModFix/>
          </a:blip>
          <a:stretch>
            <a:fillRect/>
          </a:stretch>
        </p:blipFill>
        <p:spPr>
          <a:xfrm>
            <a:off x="1717488" y="2636625"/>
            <a:ext cx="5362575" cy="16954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03"/>
        <p:cNvGrpSpPr/>
        <p:nvPr/>
      </p:nvGrpSpPr>
      <p:grpSpPr>
        <a:xfrm>
          <a:off x="0" y="0"/>
          <a:ext cx="0" cy="0"/>
          <a:chOff x="0" y="0"/>
          <a:chExt cx="0" cy="0"/>
        </a:xfrm>
      </p:grpSpPr>
      <p:sp>
        <p:nvSpPr>
          <p:cNvPr id="704" name="Google Shape;704;p47"/>
          <p:cNvSpPr/>
          <p:nvPr/>
        </p:nvSpPr>
        <p:spPr>
          <a:xfrm>
            <a:off x="355200" y="291450"/>
            <a:ext cx="8460925" cy="856100"/>
          </a:xfrm>
          <a:custGeom>
            <a:avLst/>
            <a:gdLst/>
            <a:ahLst/>
            <a:cxnLst/>
            <a:rect l="l" t="t" r="r" b="b"/>
            <a:pathLst>
              <a:path w="338437" h="34244" extrusionOk="0">
                <a:moveTo>
                  <a:pt x="0" y="0"/>
                </a:moveTo>
                <a:lnTo>
                  <a:pt x="2186" y="34244"/>
                </a:lnTo>
                <a:lnTo>
                  <a:pt x="334794" y="33880"/>
                </a:lnTo>
                <a:lnTo>
                  <a:pt x="338437" y="6193"/>
                </a:lnTo>
                <a:close/>
              </a:path>
            </a:pathLst>
          </a:custGeom>
          <a:solidFill>
            <a:schemeClr val="accent3"/>
          </a:solidFill>
          <a:ln w="38100" cap="flat" cmpd="sng">
            <a:solidFill>
              <a:schemeClr val="lt1"/>
            </a:solidFill>
            <a:prstDash val="solid"/>
            <a:round/>
            <a:headEnd type="none" w="med" len="med"/>
            <a:tailEnd type="none" w="med" len="med"/>
          </a:ln>
        </p:spPr>
      </p:sp>
      <p:sp>
        <p:nvSpPr>
          <p:cNvPr id="705" name="Google Shape;705;p47"/>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BINARY LOGS</a:t>
            </a:r>
            <a:endParaRPr/>
          </a:p>
        </p:txBody>
      </p:sp>
      <p:sp>
        <p:nvSpPr>
          <p:cNvPr id="706" name="Google Shape;706;p47"/>
          <p:cNvSpPr txBox="1"/>
          <p:nvPr/>
        </p:nvSpPr>
        <p:spPr>
          <a:xfrm>
            <a:off x="720000" y="1354375"/>
            <a:ext cx="7704000" cy="479700"/>
          </a:xfrm>
          <a:prstGeom prst="rect">
            <a:avLst/>
          </a:prstGeom>
          <a:noFill/>
          <a:ln>
            <a:noFill/>
          </a:ln>
        </p:spPr>
        <p:txBody>
          <a:bodyPr spcFirstLastPara="1" wrap="square" lIns="91425" tIns="91425" rIns="0" bIns="91425" anchor="t" anchorCtr="0">
            <a:noAutofit/>
          </a:bodyPr>
          <a:lstStyle/>
          <a:p>
            <a:pPr marL="0" lvl="0" indent="0" algn="ctr" rtl="0">
              <a:spcBef>
                <a:spcPts val="0"/>
              </a:spcBef>
              <a:spcAft>
                <a:spcPts val="0"/>
              </a:spcAft>
              <a:buNone/>
            </a:pPr>
            <a:endParaRPr sz="1200">
              <a:solidFill>
                <a:srgbClr val="191919"/>
              </a:solidFill>
              <a:latin typeface="Bitter"/>
              <a:ea typeface="Bitter"/>
              <a:cs typeface="Bitter"/>
              <a:sym typeface="Bitter"/>
            </a:endParaRPr>
          </a:p>
          <a:p>
            <a:pPr marL="0" lvl="0" indent="0" algn="ctr" rtl="0">
              <a:spcBef>
                <a:spcPts val="0"/>
              </a:spcBef>
              <a:spcAft>
                <a:spcPts val="0"/>
              </a:spcAft>
              <a:buNone/>
            </a:pPr>
            <a:endParaRPr sz="1200" b="1">
              <a:solidFill>
                <a:srgbClr val="6E6EE3"/>
              </a:solidFill>
              <a:latin typeface="Bitter"/>
              <a:ea typeface="Bitter"/>
              <a:cs typeface="Bitter"/>
              <a:sym typeface="Bitter"/>
            </a:endParaRPr>
          </a:p>
        </p:txBody>
      </p:sp>
      <p:sp>
        <p:nvSpPr>
          <p:cNvPr id="707" name="Google Shape;707;p47"/>
          <p:cNvSpPr txBox="1"/>
          <p:nvPr/>
        </p:nvSpPr>
        <p:spPr>
          <a:xfrm>
            <a:off x="899375" y="1496300"/>
            <a:ext cx="7345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Bitter"/>
                <a:ea typeface="Bitter"/>
                <a:cs typeface="Bitter"/>
                <a:sym typeface="Bitter"/>
              </a:rPr>
              <a:t>Con el comando </a:t>
            </a:r>
            <a:r>
              <a:rPr lang="en" b="1">
                <a:latin typeface="Bitter"/>
                <a:ea typeface="Bitter"/>
                <a:cs typeface="Bitter"/>
                <a:sym typeface="Bitter"/>
              </a:rPr>
              <a:t>sudo ls /var/lib/mysql</a:t>
            </a:r>
            <a:r>
              <a:rPr lang="en">
                <a:latin typeface="Bitter"/>
                <a:ea typeface="Bitter"/>
                <a:cs typeface="Bitter"/>
                <a:sym typeface="Bitter"/>
              </a:rPr>
              <a:t> visualizamos los binary logs creados.</a:t>
            </a:r>
            <a:endParaRPr>
              <a:latin typeface="Bitter"/>
              <a:ea typeface="Bitter"/>
              <a:cs typeface="Bitter"/>
              <a:sym typeface="Bitter"/>
            </a:endParaRPr>
          </a:p>
        </p:txBody>
      </p:sp>
      <p:pic>
        <p:nvPicPr>
          <p:cNvPr id="708" name="Google Shape;708;p47"/>
          <p:cNvPicPr preferRelativeResize="0"/>
          <p:nvPr/>
        </p:nvPicPr>
        <p:blipFill>
          <a:blip r:embed="rId3">
            <a:alphaModFix/>
          </a:blip>
          <a:stretch>
            <a:fillRect/>
          </a:stretch>
        </p:blipFill>
        <p:spPr>
          <a:xfrm>
            <a:off x="463225" y="1935225"/>
            <a:ext cx="8011900" cy="1404350"/>
          </a:xfrm>
          <a:prstGeom prst="rect">
            <a:avLst/>
          </a:prstGeom>
          <a:noFill/>
          <a:ln>
            <a:noFill/>
          </a:ln>
        </p:spPr>
      </p:pic>
      <p:pic>
        <p:nvPicPr>
          <p:cNvPr id="709" name="Google Shape;709;p47"/>
          <p:cNvPicPr preferRelativeResize="0"/>
          <p:nvPr/>
        </p:nvPicPr>
        <p:blipFill>
          <a:blip r:embed="rId4">
            <a:alphaModFix/>
          </a:blip>
          <a:stretch>
            <a:fillRect/>
          </a:stretch>
        </p:blipFill>
        <p:spPr>
          <a:xfrm>
            <a:off x="4180575" y="3440725"/>
            <a:ext cx="3234950" cy="1323775"/>
          </a:xfrm>
          <a:prstGeom prst="rect">
            <a:avLst/>
          </a:prstGeom>
          <a:noFill/>
          <a:ln>
            <a:noFill/>
          </a:ln>
        </p:spPr>
      </p:pic>
      <p:sp>
        <p:nvSpPr>
          <p:cNvPr id="710" name="Google Shape;710;p47"/>
          <p:cNvSpPr txBox="1"/>
          <p:nvPr/>
        </p:nvSpPr>
        <p:spPr>
          <a:xfrm>
            <a:off x="654975" y="3654275"/>
            <a:ext cx="32349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Bitter"/>
                <a:ea typeface="Bitter"/>
                <a:cs typeface="Bitter"/>
                <a:sym typeface="Bitter"/>
              </a:rPr>
              <a:t>O bien, con el comando show binary logs dentro del motor de base de datos</a:t>
            </a:r>
            <a:endParaRPr>
              <a:latin typeface="Bitter"/>
              <a:ea typeface="Bitter"/>
              <a:cs typeface="Bitter"/>
              <a:sym typeface="Bitte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sp>
        <p:nvSpPr>
          <p:cNvPr id="715" name="Google Shape;715;p48"/>
          <p:cNvSpPr/>
          <p:nvPr/>
        </p:nvSpPr>
        <p:spPr>
          <a:xfrm>
            <a:off x="355200" y="291450"/>
            <a:ext cx="8460925" cy="856100"/>
          </a:xfrm>
          <a:custGeom>
            <a:avLst/>
            <a:gdLst/>
            <a:ahLst/>
            <a:cxnLst/>
            <a:rect l="l" t="t" r="r" b="b"/>
            <a:pathLst>
              <a:path w="338437" h="34244" extrusionOk="0">
                <a:moveTo>
                  <a:pt x="0" y="0"/>
                </a:moveTo>
                <a:lnTo>
                  <a:pt x="2186" y="34244"/>
                </a:lnTo>
                <a:lnTo>
                  <a:pt x="334794" y="33880"/>
                </a:lnTo>
                <a:lnTo>
                  <a:pt x="338437" y="6193"/>
                </a:lnTo>
                <a:close/>
              </a:path>
            </a:pathLst>
          </a:custGeom>
          <a:solidFill>
            <a:schemeClr val="accent3"/>
          </a:solidFill>
          <a:ln w="38100" cap="flat" cmpd="sng">
            <a:solidFill>
              <a:schemeClr val="lt1"/>
            </a:solidFill>
            <a:prstDash val="solid"/>
            <a:round/>
            <a:headEnd type="none" w="med" len="med"/>
            <a:tailEnd type="none" w="med" len="med"/>
          </a:ln>
        </p:spPr>
      </p:sp>
      <p:sp>
        <p:nvSpPr>
          <p:cNvPr id="716" name="Google Shape;716;p48"/>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CREAR UN BINARY LOGS</a:t>
            </a:r>
            <a:endParaRPr/>
          </a:p>
        </p:txBody>
      </p:sp>
      <p:sp>
        <p:nvSpPr>
          <p:cNvPr id="717" name="Google Shape;717;p48"/>
          <p:cNvSpPr txBox="1"/>
          <p:nvPr/>
        </p:nvSpPr>
        <p:spPr>
          <a:xfrm>
            <a:off x="720000" y="1354375"/>
            <a:ext cx="7704000" cy="479700"/>
          </a:xfrm>
          <a:prstGeom prst="rect">
            <a:avLst/>
          </a:prstGeom>
          <a:noFill/>
          <a:ln>
            <a:noFill/>
          </a:ln>
        </p:spPr>
        <p:txBody>
          <a:bodyPr spcFirstLastPara="1" wrap="square" lIns="91425" tIns="91425" rIns="0" bIns="91425" anchor="t" anchorCtr="0">
            <a:noAutofit/>
          </a:bodyPr>
          <a:lstStyle/>
          <a:p>
            <a:pPr marL="0" lvl="0" indent="0" algn="ctr" rtl="0">
              <a:spcBef>
                <a:spcPts val="0"/>
              </a:spcBef>
              <a:spcAft>
                <a:spcPts val="0"/>
              </a:spcAft>
              <a:buNone/>
            </a:pPr>
            <a:endParaRPr sz="1200">
              <a:solidFill>
                <a:srgbClr val="191919"/>
              </a:solidFill>
              <a:latin typeface="Bitter"/>
              <a:ea typeface="Bitter"/>
              <a:cs typeface="Bitter"/>
              <a:sym typeface="Bitter"/>
            </a:endParaRPr>
          </a:p>
          <a:p>
            <a:pPr marL="0" lvl="0" indent="0" algn="ctr" rtl="0">
              <a:spcBef>
                <a:spcPts val="0"/>
              </a:spcBef>
              <a:spcAft>
                <a:spcPts val="0"/>
              </a:spcAft>
              <a:buNone/>
            </a:pPr>
            <a:endParaRPr sz="1200" b="1">
              <a:solidFill>
                <a:srgbClr val="6E6EE3"/>
              </a:solidFill>
              <a:latin typeface="Bitter"/>
              <a:ea typeface="Bitter"/>
              <a:cs typeface="Bitter"/>
              <a:sym typeface="Bitter"/>
            </a:endParaRPr>
          </a:p>
        </p:txBody>
      </p:sp>
      <p:sp>
        <p:nvSpPr>
          <p:cNvPr id="718" name="Google Shape;718;p48"/>
          <p:cNvSpPr txBox="1"/>
          <p:nvPr/>
        </p:nvSpPr>
        <p:spPr>
          <a:xfrm>
            <a:off x="899375" y="1496300"/>
            <a:ext cx="7345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Bitter"/>
                <a:ea typeface="Bitter"/>
                <a:cs typeface="Bitter"/>
                <a:sym typeface="Bitter"/>
              </a:rPr>
              <a:t>Para crear un binary log, o mejor dicho, “terminar” el binary log:</a:t>
            </a:r>
            <a:endParaRPr>
              <a:latin typeface="Bitter"/>
              <a:ea typeface="Bitter"/>
              <a:cs typeface="Bitter"/>
              <a:sym typeface="Bitter"/>
            </a:endParaRPr>
          </a:p>
        </p:txBody>
      </p:sp>
      <p:pic>
        <p:nvPicPr>
          <p:cNvPr id="719" name="Google Shape;719;p48"/>
          <p:cNvPicPr preferRelativeResize="0"/>
          <p:nvPr/>
        </p:nvPicPr>
        <p:blipFill>
          <a:blip r:embed="rId3">
            <a:alphaModFix/>
          </a:blip>
          <a:stretch>
            <a:fillRect/>
          </a:stretch>
        </p:blipFill>
        <p:spPr>
          <a:xfrm>
            <a:off x="1793725" y="2191013"/>
            <a:ext cx="5448300" cy="419100"/>
          </a:xfrm>
          <a:prstGeom prst="rect">
            <a:avLst/>
          </a:prstGeom>
          <a:noFill/>
          <a:ln>
            <a:noFill/>
          </a:ln>
        </p:spPr>
      </p:pic>
      <p:pic>
        <p:nvPicPr>
          <p:cNvPr id="720" name="Google Shape;720;p48"/>
          <p:cNvPicPr preferRelativeResize="0"/>
          <p:nvPr/>
        </p:nvPicPr>
        <p:blipFill>
          <a:blip r:embed="rId4">
            <a:alphaModFix/>
          </a:blip>
          <a:stretch>
            <a:fillRect/>
          </a:stretch>
        </p:blipFill>
        <p:spPr>
          <a:xfrm>
            <a:off x="720000" y="3326500"/>
            <a:ext cx="4457700" cy="771525"/>
          </a:xfrm>
          <a:prstGeom prst="rect">
            <a:avLst/>
          </a:prstGeom>
          <a:noFill/>
          <a:ln>
            <a:noFill/>
          </a:ln>
        </p:spPr>
      </p:pic>
      <p:pic>
        <p:nvPicPr>
          <p:cNvPr id="721" name="Google Shape;721;p48"/>
          <p:cNvPicPr preferRelativeResize="0"/>
          <p:nvPr/>
        </p:nvPicPr>
        <p:blipFill>
          <a:blip r:embed="rId5">
            <a:alphaModFix/>
          </a:blip>
          <a:stretch>
            <a:fillRect/>
          </a:stretch>
        </p:blipFill>
        <p:spPr>
          <a:xfrm>
            <a:off x="5543080" y="2904626"/>
            <a:ext cx="3110245" cy="14584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45"/>
        <p:cNvGrpSpPr/>
        <p:nvPr/>
      </p:nvGrpSpPr>
      <p:grpSpPr>
        <a:xfrm>
          <a:off x="0" y="0"/>
          <a:ext cx="0" cy="0"/>
          <a:chOff x="0" y="0"/>
          <a:chExt cx="0" cy="0"/>
        </a:xfrm>
      </p:grpSpPr>
      <p:sp>
        <p:nvSpPr>
          <p:cNvPr id="746" name="Google Shape;746;p51"/>
          <p:cNvSpPr/>
          <p:nvPr/>
        </p:nvSpPr>
        <p:spPr>
          <a:xfrm>
            <a:off x="355200" y="291450"/>
            <a:ext cx="8460925" cy="856100"/>
          </a:xfrm>
          <a:custGeom>
            <a:avLst/>
            <a:gdLst/>
            <a:ahLst/>
            <a:cxnLst/>
            <a:rect l="l" t="t" r="r" b="b"/>
            <a:pathLst>
              <a:path w="338437" h="34244" extrusionOk="0">
                <a:moveTo>
                  <a:pt x="0" y="0"/>
                </a:moveTo>
                <a:lnTo>
                  <a:pt x="2186" y="34244"/>
                </a:lnTo>
                <a:lnTo>
                  <a:pt x="334794" y="33880"/>
                </a:lnTo>
                <a:lnTo>
                  <a:pt x="338437" y="6193"/>
                </a:lnTo>
                <a:close/>
              </a:path>
            </a:pathLst>
          </a:custGeom>
          <a:solidFill>
            <a:schemeClr val="accent3"/>
          </a:solidFill>
          <a:ln w="38100" cap="flat" cmpd="sng">
            <a:solidFill>
              <a:schemeClr val="lt1"/>
            </a:solidFill>
            <a:prstDash val="solid"/>
            <a:round/>
            <a:headEnd type="none" w="med" len="med"/>
            <a:tailEnd type="none" w="med" len="med"/>
          </a:ln>
        </p:spPr>
      </p:sp>
      <p:sp>
        <p:nvSpPr>
          <p:cNvPr id="747" name="Google Shape;747;p51"/>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CREAR UN BINARY LOGS</a:t>
            </a:r>
            <a:endParaRPr/>
          </a:p>
        </p:txBody>
      </p:sp>
      <p:sp>
        <p:nvSpPr>
          <p:cNvPr id="748" name="Google Shape;748;p51"/>
          <p:cNvSpPr txBox="1"/>
          <p:nvPr/>
        </p:nvSpPr>
        <p:spPr>
          <a:xfrm>
            <a:off x="720000" y="1354375"/>
            <a:ext cx="7704000" cy="479700"/>
          </a:xfrm>
          <a:prstGeom prst="rect">
            <a:avLst/>
          </a:prstGeom>
          <a:noFill/>
          <a:ln>
            <a:noFill/>
          </a:ln>
        </p:spPr>
        <p:txBody>
          <a:bodyPr spcFirstLastPara="1" wrap="square" lIns="91425" tIns="91425" rIns="0" bIns="91425" anchor="t" anchorCtr="0">
            <a:noAutofit/>
          </a:bodyPr>
          <a:lstStyle/>
          <a:p>
            <a:pPr marL="0" lvl="0" indent="0" algn="ctr" rtl="0">
              <a:spcBef>
                <a:spcPts val="0"/>
              </a:spcBef>
              <a:spcAft>
                <a:spcPts val="0"/>
              </a:spcAft>
              <a:buNone/>
            </a:pPr>
            <a:endParaRPr sz="1200">
              <a:solidFill>
                <a:srgbClr val="191919"/>
              </a:solidFill>
              <a:latin typeface="Bitter"/>
              <a:ea typeface="Bitter"/>
              <a:cs typeface="Bitter"/>
              <a:sym typeface="Bitter"/>
            </a:endParaRPr>
          </a:p>
          <a:p>
            <a:pPr marL="0" lvl="0" indent="0" algn="ctr" rtl="0">
              <a:spcBef>
                <a:spcPts val="0"/>
              </a:spcBef>
              <a:spcAft>
                <a:spcPts val="0"/>
              </a:spcAft>
              <a:buNone/>
            </a:pPr>
            <a:endParaRPr sz="1200" b="1">
              <a:solidFill>
                <a:srgbClr val="6E6EE3"/>
              </a:solidFill>
              <a:latin typeface="Bitter"/>
              <a:ea typeface="Bitter"/>
              <a:cs typeface="Bitter"/>
              <a:sym typeface="Bitter"/>
            </a:endParaRPr>
          </a:p>
        </p:txBody>
      </p:sp>
      <p:sp>
        <p:nvSpPr>
          <p:cNvPr id="749" name="Google Shape;749;p51"/>
          <p:cNvSpPr txBox="1"/>
          <p:nvPr/>
        </p:nvSpPr>
        <p:spPr>
          <a:xfrm>
            <a:off x="899375" y="1496300"/>
            <a:ext cx="7345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Bitter"/>
                <a:ea typeface="Bitter"/>
                <a:cs typeface="Bitter"/>
                <a:sym typeface="Bitter"/>
              </a:rPr>
              <a:t>O bien podemos crear uno a partir de la realización de un backup full:</a:t>
            </a:r>
            <a:endParaRPr>
              <a:latin typeface="Bitter"/>
              <a:ea typeface="Bitter"/>
              <a:cs typeface="Bitter"/>
              <a:sym typeface="Bitter"/>
            </a:endParaRPr>
          </a:p>
        </p:txBody>
      </p:sp>
      <p:sp>
        <p:nvSpPr>
          <p:cNvPr id="750" name="Google Shape;750;p51"/>
          <p:cNvSpPr txBox="1"/>
          <p:nvPr/>
        </p:nvSpPr>
        <p:spPr>
          <a:xfrm>
            <a:off x="1110100" y="3152700"/>
            <a:ext cx="6483000" cy="1046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Bitter"/>
                <a:ea typeface="Bitter"/>
                <a:cs typeface="Bitter"/>
                <a:sym typeface="Bitter"/>
              </a:rPr>
              <a:t>Donde:</a:t>
            </a:r>
            <a:endParaRPr>
              <a:latin typeface="Bitter"/>
              <a:ea typeface="Bitter"/>
              <a:cs typeface="Bitter"/>
              <a:sym typeface="Bitter"/>
            </a:endParaRPr>
          </a:p>
          <a:p>
            <a:pPr marL="0" lvl="0" indent="0" algn="l" rtl="0">
              <a:spcBef>
                <a:spcPts val="0"/>
              </a:spcBef>
              <a:spcAft>
                <a:spcPts val="0"/>
              </a:spcAft>
              <a:buNone/>
            </a:pPr>
            <a:r>
              <a:rPr lang="en" b="1">
                <a:latin typeface="Bitter"/>
                <a:ea typeface="Bitter"/>
                <a:cs typeface="Bitter"/>
                <a:sym typeface="Bitter"/>
              </a:rPr>
              <a:t>--flush-logs:</a:t>
            </a:r>
            <a:r>
              <a:rPr lang="en">
                <a:latin typeface="Bitter"/>
                <a:ea typeface="Bitter"/>
                <a:cs typeface="Bitter"/>
                <a:sym typeface="Bitter"/>
              </a:rPr>
              <a:t> empieza de cero un binary log</a:t>
            </a:r>
            <a:endParaRPr>
              <a:latin typeface="Bitter"/>
              <a:ea typeface="Bitter"/>
              <a:cs typeface="Bitter"/>
              <a:sym typeface="Bitter"/>
            </a:endParaRPr>
          </a:p>
          <a:p>
            <a:pPr marL="0" lvl="0" indent="0" algn="l" rtl="0">
              <a:spcBef>
                <a:spcPts val="0"/>
              </a:spcBef>
              <a:spcAft>
                <a:spcPts val="0"/>
              </a:spcAft>
              <a:buNone/>
            </a:pPr>
            <a:r>
              <a:rPr lang="en" b="1">
                <a:latin typeface="Bitter"/>
                <a:ea typeface="Bitter"/>
                <a:cs typeface="Bitter"/>
                <a:sym typeface="Bitter"/>
              </a:rPr>
              <a:t>--delete-master-logs:</a:t>
            </a:r>
            <a:r>
              <a:rPr lang="en">
                <a:latin typeface="Bitter"/>
                <a:ea typeface="Bitter"/>
                <a:cs typeface="Bitter"/>
                <a:sym typeface="Bitter"/>
              </a:rPr>
              <a:t> elimina todos los binary logs previos (resguardados por el backup full)</a:t>
            </a:r>
            <a:endParaRPr>
              <a:latin typeface="Bitter"/>
              <a:ea typeface="Bitter"/>
              <a:cs typeface="Bitter"/>
              <a:sym typeface="Bitter"/>
            </a:endParaRPr>
          </a:p>
        </p:txBody>
      </p:sp>
      <p:pic>
        <p:nvPicPr>
          <p:cNvPr id="751" name="Google Shape;751;p51"/>
          <p:cNvPicPr preferRelativeResize="0"/>
          <p:nvPr/>
        </p:nvPicPr>
        <p:blipFill>
          <a:blip r:embed="rId3">
            <a:alphaModFix/>
          </a:blip>
          <a:stretch>
            <a:fillRect/>
          </a:stretch>
        </p:blipFill>
        <p:spPr>
          <a:xfrm>
            <a:off x="521425" y="2048900"/>
            <a:ext cx="8020302" cy="9514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55"/>
        <p:cNvGrpSpPr/>
        <p:nvPr/>
      </p:nvGrpSpPr>
      <p:grpSpPr>
        <a:xfrm>
          <a:off x="0" y="0"/>
          <a:ext cx="0" cy="0"/>
          <a:chOff x="0" y="0"/>
          <a:chExt cx="0" cy="0"/>
        </a:xfrm>
      </p:grpSpPr>
      <p:sp>
        <p:nvSpPr>
          <p:cNvPr id="756" name="Google Shape;756;p52"/>
          <p:cNvSpPr/>
          <p:nvPr/>
        </p:nvSpPr>
        <p:spPr>
          <a:xfrm>
            <a:off x="355200" y="291450"/>
            <a:ext cx="8460925" cy="856100"/>
          </a:xfrm>
          <a:custGeom>
            <a:avLst/>
            <a:gdLst/>
            <a:ahLst/>
            <a:cxnLst/>
            <a:rect l="l" t="t" r="r" b="b"/>
            <a:pathLst>
              <a:path w="338437" h="34244" extrusionOk="0">
                <a:moveTo>
                  <a:pt x="0" y="0"/>
                </a:moveTo>
                <a:lnTo>
                  <a:pt x="2186" y="34244"/>
                </a:lnTo>
                <a:lnTo>
                  <a:pt x="334794" y="33880"/>
                </a:lnTo>
                <a:lnTo>
                  <a:pt x="338437" y="6193"/>
                </a:lnTo>
                <a:close/>
              </a:path>
            </a:pathLst>
          </a:custGeom>
          <a:solidFill>
            <a:schemeClr val="accent3"/>
          </a:solidFill>
          <a:ln w="38100" cap="flat" cmpd="sng">
            <a:solidFill>
              <a:schemeClr val="lt1"/>
            </a:solidFill>
            <a:prstDash val="solid"/>
            <a:round/>
            <a:headEnd type="none" w="med" len="med"/>
            <a:tailEnd type="none" w="med" len="med"/>
          </a:ln>
        </p:spPr>
      </p:sp>
      <p:sp>
        <p:nvSpPr>
          <p:cNvPr id="757" name="Google Shape;757;p52"/>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RESTAURAR UN BINARY LOG</a:t>
            </a:r>
            <a:endParaRPr/>
          </a:p>
        </p:txBody>
      </p:sp>
      <p:sp>
        <p:nvSpPr>
          <p:cNvPr id="758" name="Google Shape;758;p52"/>
          <p:cNvSpPr txBox="1"/>
          <p:nvPr/>
        </p:nvSpPr>
        <p:spPr>
          <a:xfrm>
            <a:off x="720000" y="1354375"/>
            <a:ext cx="7704000" cy="479700"/>
          </a:xfrm>
          <a:prstGeom prst="rect">
            <a:avLst/>
          </a:prstGeom>
          <a:noFill/>
          <a:ln>
            <a:noFill/>
          </a:ln>
        </p:spPr>
        <p:txBody>
          <a:bodyPr spcFirstLastPara="1" wrap="square" lIns="91425" tIns="91425" rIns="0" bIns="91425" anchor="t" anchorCtr="0">
            <a:noAutofit/>
          </a:bodyPr>
          <a:lstStyle/>
          <a:p>
            <a:pPr marL="0" lvl="0" indent="0" algn="ctr" rtl="0">
              <a:spcBef>
                <a:spcPts val="0"/>
              </a:spcBef>
              <a:spcAft>
                <a:spcPts val="0"/>
              </a:spcAft>
              <a:buNone/>
            </a:pPr>
            <a:endParaRPr sz="1200">
              <a:solidFill>
                <a:srgbClr val="191919"/>
              </a:solidFill>
              <a:latin typeface="Bitter"/>
              <a:ea typeface="Bitter"/>
              <a:cs typeface="Bitter"/>
              <a:sym typeface="Bitter"/>
            </a:endParaRPr>
          </a:p>
          <a:p>
            <a:pPr marL="0" lvl="0" indent="0" algn="ctr" rtl="0">
              <a:spcBef>
                <a:spcPts val="0"/>
              </a:spcBef>
              <a:spcAft>
                <a:spcPts val="0"/>
              </a:spcAft>
              <a:buNone/>
            </a:pPr>
            <a:endParaRPr sz="1200" b="1">
              <a:solidFill>
                <a:srgbClr val="6E6EE3"/>
              </a:solidFill>
              <a:latin typeface="Bitter"/>
              <a:ea typeface="Bitter"/>
              <a:cs typeface="Bitter"/>
              <a:sym typeface="Bitter"/>
            </a:endParaRPr>
          </a:p>
        </p:txBody>
      </p:sp>
      <p:sp>
        <p:nvSpPr>
          <p:cNvPr id="759" name="Google Shape;759;p52"/>
          <p:cNvSpPr txBox="1"/>
          <p:nvPr/>
        </p:nvSpPr>
        <p:spPr>
          <a:xfrm>
            <a:off x="1110100" y="3152700"/>
            <a:ext cx="6483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Bitter"/>
              <a:ea typeface="Bitter"/>
              <a:cs typeface="Bitter"/>
              <a:sym typeface="Bitter"/>
            </a:endParaRPr>
          </a:p>
        </p:txBody>
      </p:sp>
      <p:pic>
        <p:nvPicPr>
          <p:cNvPr id="760" name="Google Shape;760;p52"/>
          <p:cNvPicPr preferRelativeResize="0"/>
          <p:nvPr/>
        </p:nvPicPr>
        <p:blipFill>
          <a:blip r:embed="rId3">
            <a:alphaModFix/>
          </a:blip>
          <a:stretch>
            <a:fillRect/>
          </a:stretch>
        </p:blipFill>
        <p:spPr>
          <a:xfrm>
            <a:off x="719999" y="1354374"/>
            <a:ext cx="7447299" cy="1977550"/>
          </a:xfrm>
          <a:prstGeom prst="rect">
            <a:avLst/>
          </a:prstGeom>
          <a:noFill/>
          <a:ln>
            <a:noFill/>
          </a:ln>
        </p:spPr>
      </p:pic>
      <p:pic>
        <p:nvPicPr>
          <p:cNvPr id="761" name="Google Shape;761;p52"/>
          <p:cNvPicPr preferRelativeResize="0"/>
          <p:nvPr/>
        </p:nvPicPr>
        <p:blipFill>
          <a:blip r:embed="rId4">
            <a:alphaModFix/>
          </a:blip>
          <a:stretch>
            <a:fillRect/>
          </a:stretch>
        </p:blipFill>
        <p:spPr>
          <a:xfrm>
            <a:off x="720000" y="3716565"/>
            <a:ext cx="7447300" cy="66823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65"/>
        <p:cNvGrpSpPr/>
        <p:nvPr/>
      </p:nvGrpSpPr>
      <p:grpSpPr>
        <a:xfrm>
          <a:off x="0" y="0"/>
          <a:ext cx="0" cy="0"/>
          <a:chOff x="0" y="0"/>
          <a:chExt cx="0" cy="0"/>
        </a:xfrm>
      </p:grpSpPr>
      <p:sp>
        <p:nvSpPr>
          <p:cNvPr id="766" name="Google Shape;766;p53"/>
          <p:cNvSpPr/>
          <p:nvPr/>
        </p:nvSpPr>
        <p:spPr>
          <a:xfrm>
            <a:off x="355200" y="291450"/>
            <a:ext cx="8460925" cy="856100"/>
          </a:xfrm>
          <a:custGeom>
            <a:avLst/>
            <a:gdLst/>
            <a:ahLst/>
            <a:cxnLst/>
            <a:rect l="l" t="t" r="r" b="b"/>
            <a:pathLst>
              <a:path w="338437" h="34244" extrusionOk="0">
                <a:moveTo>
                  <a:pt x="0" y="0"/>
                </a:moveTo>
                <a:lnTo>
                  <a:pt x="2186" y="34244"/>
                </a:lnTo>
                <a:lnTo>
                  <a:pt x="334794" y="33880"/>
                </a:lnTo>
                <a:lnTo>
                  <a:pt x="338437" y="6193"/>
                </a:lnTo>
                <a:close/>
              </a:path>
            </a:pathLst>
          </a:custGeom>
          <a:solidFill>
            <a:schemeClr val="accent3"/>
          </a:solidFill>
          <a:ln w="38100" cap="flat" cmpd="sng">
            <a:solidFill>
              <a:schemeClr val="lt1"/>
            </a:solidFill>
            <a:prstDash val="solid"/>
            <a:round/>
            <a:headEnd type="none" w="med" len="med"/>
            <a:tailEnd type="none" w="med" len="med"/>
          </a:ln>
        </p:spPr>
      </p:sp>
      <p:sp>
        <p:nvSpPr>
          <p:cNvPr id="767" name="Google Shape;767;p53"/>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LEER UN BINARY LOG</a:t>
            </a:r>
            <a:endParaRPr/>
          </a:p>
        </p:txBody>
      </p:sp>
      <p:sp>
        <p:nvSpPr>
          <p:cNvPr id="768" name="Google Shape;768;p53"/>
          <p:cNvSpPr txBox="1"/>
          <p:nvPr/>
        </p:nvSpPr>
        <p:spPr>
          <a:xfrm>
            <a:off x="720000" y="1354375"/>
            <a:ext cx="7704000" cy="479700"/>
          </a:xfrm>
          <a:prstGeom prst="rect">
            <a:avLst/>
          </a:prstGeom>
          <a:noFill/>
          <a:ln>
            <a:noFill/>
          </a:ln>
        </p:spPr>
        <p:txBody>
          <a:bodyPr spcFirstLastPara="1" wrap="square" lIns="91425" tIns="91425" rIns="0" bIns="91425" anchor="t" anchorCtr="0">
            <a:noAutofit/>
          </a:bodyPr>
          <a:lstStyle/>
          <a:p>
            <a:pPr marL="0" lvl="0" indent="0" algn="ctr" rtl="0">
              <a:spcBef>
                <a:spcPts val="0"/>
              </a:spcBef>
              <a:spcAft>
                <a:spcPts val="0"/>
              </a:spcAft>
              <a:buNone/>
            </a:pPr>
            <a:endParaRPr sz="1200">
              <a:solidFill>
                <a:srgbClr val="191919"/>
              </a:solidFill>
              <a:latin typeface="Bitter"/>
              <a:ea typeface="Bitter"/>
              <a:cs typeface="Bitter"/>
              <a:sym typeface="Bitter"/>
            </a:endParaRPr>
          </a:p>
          <a:p>
            <a:pPr marL="0" lvl="0" indent="0" algn="ctr" rtl="0">
              <a:spcBef>
                <a:spcPts val="0"/>
              </a:spcBef>
              <a:spcAft>
                <a:spcPts val="0"/>
              </a:spcAft>
              <a:buNone/>
            </a:pPr>
            <a:endParaRPr sz="1200" b="1">
              <a:solidFill>
                <a:srgbClr val="6E6EE3"/>
              </a:solidFill>
              <a:latin typeface="Bitter"/>
              <a:ea typeface="Bitter"/>
              <a:cs typeface="Bitter"/>
              <a:sym typeface="Bitter"/>
            </a:endParaRPr>
          </a:p>
        </p:txBody>
      </p:sp>
      <p:sp>
        <p:nvSpPr>
          <p:cNvPr id="769" name="Google Shape;769;p53"/>
          <p:cNvSpPr txBox="1"/>
          <p:nvPr/>
        </p:nvSpPr>
        <p:spPr>
          <a:xfrm>
            <a:off x="1110100" y="3152700"/>
            <a:ext cx="6483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Bitter"/>
              <a:ea typeface="Bitter"/>
              <a:cs typeface="Bitter"/>
              <a:sym typeface="Bitter"/>
            </a:endParaRPr>
          </a:p>
        </p:txBody>
      </p:sp>
      <p:pic>
        <p:nvPicPr>
          <p:cNvPr id="770" name="Google Shape;770;p53"/>
          <p:cNvPicPr preferRelativeResize="0"/>
          <p:nvPr/>
        </p:nvPicPr>
        <p:blipFill>
          <a:blip r:embed="rId3">
            <a:alphaModFix/>
          </a:blip>
          <a:stretch>
            <a:fillRect/>
          </a:stretch>
        </p:blipFill>
        <p:spPr>
          <a:xfrm>
            <a:off x="817263" y="3619100"/>
            <a:ext cx="7252775" cy="924625"/>
          </a:xfrm>
          <a:prstGeom prst="rect">
            <a:avLst/>
          </a:prstGeom>
          <a:noFill/>
          <a:ln>
            <a:noFill/>
          </a:ln>
        </p:spPr>
      </p:pic>
      <p:pic>
        <p:nvPicPr>
          <p:cNvPr id="771" name="Google Shape;771;p53"/>
          <p:cNvPicPr preferRelativeResize="0"/>
          <p:nvPr/>
        </p:nvPicPr>
        <p:blipFill>
          <a:blip r:embed="rId4">
            <a:alphaModFix/>
          </a:blip>
          <a:stretch>
            <a:fillRect/>
          </a:stretch>
        </p:blipFill>
        <p:spPr>
          <a:xfrm>
            <a:off x="719999" y="1354374"/>
            <a:ext cx="7447299" cy="1977550"/>
          </a:xfrm>
          <a:prstGeom prst="rect">
            <a:avLst/>
          </a:prstGeom>
          <a:noFill/>
          <a:ln>
            <a:noFill/>
          </a:ln>
        </p:spPr>
      </p:pic>
    </p:spTree>
  </p:cSld>
  <p:clrMapOvr>
    <a:masterClrMapping/>
  </p:clrMapOvr>
</p:sld>
</file>

<file path=ppt/theme/theme1.xml><?xml version="1.0" encoding="utf-8"?>
<a:theme xmlns:a="http://schemas.openxmlformats.org/drawingml/2006/main" name="Language Arts Subject for High School - 11th Grade: The Roaring Twenties, Modernism, and Postwar Outlooks by Slidesgo">
  <a:themeElements>
    <a:clrScheme name="Simple Light">
      <a:dk1>
        <a:srgbClr val="F3F3F3"/>
      </a:dk1>
      <a:lt1>
        <a:srgbClr val="ECE6D6"/>
      </a:lt1>
      <a:dk2>
        <a:srgbClr val="D6A546"/>
      </a:dk2>
      <a:lt2>
        <a:srgbClr val="B9986D"/>
      </a:lt2>
      <a:accent1>
        <a:srgbClr val="D87325"/>
      </a:accent1>
      <a:accent2>
        <a:srgbClr val="325163"/>
      </a:accent2>
      <a:accent3>
        <a:srgbClr val="272926"/>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803</Words>
  <Application>Microsoft Office PowerPoint</Application>
  <PresentationFormat>Presentación en pantalla (16:9)</PresentationFormat>
  <Paragraphs>81</Paragraphs>
  <Slides>16</Slides>
  <Notes>16</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16</vt:i4>
      </vt:variant>
    </vt:vector>
  </HeadingPairs>
  <TitlesOfParts>
    <vt:vector size="23" baseType="lpstr">
      <vt:lpstr>Arial</vt:lpstr>
      <vt:lpstr>Vollkorn Black</vt:lpstr>
      <vt:lpstr>DM Sans</vt:lpstr>
      <vt:lpstr>Vollkorn</vt:lpstr>
      <vt:lpstr>Anaheim</vt:lpstr>
      <vt:lpstr>Bitter</vt:lpstr>
      <vt:lpstr>Language Arts Subject for High School - 11th Grade: The Roaring Twenties, Modernism, and Postwar Outlooks by Slidesgo</vt:lpstr>
      <vt:lpstr>BACKUPS Y RESTORE </vt:lpstr>
      <vt:lpstr>COMANDOS</vt:lpstr>
      <vt:lpstr>BACKUPS FULL - TABLAS</vt:lpstr>
      <vt:lpstr>BACKUPS FULL - DATABASES</vt:lpstr>
      <vt:lpstr>BACKUPS FULL - ESTRUCTURA O SCHEMA</vt:lpstr>
      <vt:lpstr>BACKUPS FULL - DATOS</vt:lpstr>
      <vt:lpstr>BACKUPS REMOTOS</vt:lpstr>
      <vt:lpstr>RESTAURACIÓN</vt:lpstr>
      <vt:lpstr>DUMP</vt:lpstr>
      <vt:lpstr>BACKUP EN CALIENTE</vt:lpstr>
      <vt:lpstr>BINARY LOGS</vt:lpstr>
      <vt:lpstr>BINARY LOGS</vt:lpstr>
      <vt:lpstr>CREAR UN BINARY LOGS</vt:lpstr>
      <vt:lpstr>CREAR UN BINARY LOGS</vt:lpstr>
      <vt:lpstr>RESTAURAR UN BINARY LOG</vt:lpstr>
      <vt:lpstr>LEER UN BINARY LOG</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BACKUPS Y RESTORE </dc:title>
  <cp:lastModifiedBy>Usuario de Windows</cp:lastModifiedBy>
  <cp:revision>1</cp:revision>
  <dcterms:modified xsi:type="dcterms:W3CDTF">2022-10-22T12:42:40Z</dcterms:modified>
</cp:coreProperties>
</file>