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A1461F-99B9-48E3-8C9E-0F510BB10EFE}" v="5" dt="2026-09-07T22:37:02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Pablo FANTIN" userId="764826b2-ac4e-4fd7-bda5-68d0e7ba4060" providerId="ADAL" clId="{73AAAFD7-0215-4DE0-BA36-94A41517680F}"/>
    <pc:docChg chg="undo custSel modSld">
      <pc:chgData name="Andrés Pablo FANTIN" userId="764826b2-ac4e-4fd7-bda5-68d0e7ba4060" providerId="ADAL" clId="{73AAAFD7-0215-4DE0-BA36-94A41517680F}" dt="2026-09-08T13:28:03.814" v="7" actId="115"/>
      <pc:docMkLst>
        <pc:docMk/>
      </pc:docMkLst>
      <pc:sldChg chg="modSp mod">
        <pc:chgData name="Andrés Pablo FANTIN" userId="764826b2-ac4e-4fd7-bda5-68d0e7ba4060" providerId="ADAL" clId="{73AAAFD7-0215-4DE0-BA36-94A41517680F}" dt="2026-09-08T13:21:49.591" v="0" actId="404"/>
        <pc:sldMkLst>
          <pc:docMk/>
          <pc:sldMk cId="0" sldId="260"/>
        </pc:sldMkLst>
        <pc:spChg chg="mod">
          <ac:chgData name="Andrés Pablo FANTIN" userId="764826b2-ac4e-4fd7-bda5-68d0e7ba4060" providerId="ADAL" clId="{73AAAFD7-0215-4DE0-BA36-94A41517680F}" dt="2026-09-08T13:21:49.591" v="0" actId="404"/>
          <ac:spMkLst>
            <pc:docMk/>
            <pc:sldMk cId="0" sldId="260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3:21:49.591" v="0" actId="404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3:21:49.591" v="0" actId="404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3:21:49.591" v="0" actId="404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3:21:49.591" v="0" actId="40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3:21:49.591" v="0" actId="404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3:21:49.591" v="0" actId="404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3:21:49.591" v="0" actId="404"/>
          <ac:spMkLst>
            <pc:docMk/>
            <pc:sldMk cId="0" sldId="260"/>
            <ac:spMk id="17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3:21:49.591" v="0" actId="404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3:21:49.591" v="0" actId="404"/>
          <ac:spMkLst>
            <pc:docMk/>
            <pc:sldMk cId="0" sldId="260"/>
            <ac:spMk id="19" creationId="{00000000-0000-0000-0000-000000000000}"/>
          </ac:spMkLst>
        </pc:spChg>
      </pc:sldChg>
      <pc:sldChg chg="modSp mod">
        <pc:chgData name="Andrés Pablo FANTIN" userId="764826b2-ac4e-4fd7-bda5-68d0e7ba4060" providerId="ADAL" clId="{73AAAFD7-0215-4DE0-BA36-94A41517680F}" dt="2026-09-08T13:28:03.814" v="7" actId="115"/>
        <pc:sldMkLst>
          <pc:docMk/>
          <pc:sldMk cId="0" sldId="261"/>
        </pc:sldMkLst>
        <pc:spChg chg="mod">
          <ac:chgData name="Andrés Pablo FANTIN" userId="764826b2-ac4e-4fd7-bda5-68d0e7ba4060" providerId="ADAL" clId="{73AAAFD7-0215-4DE0-BA36-94A41517680F}" dt="2026-09-08T13:28:03.814" v="7" actId="115"/>
          <ac:spMkLst>
            <pc:docMk/>
            <pc:sldMk cId="0" sldId="261"/>
            <ac:spMk id="11" creationId="{00000000-0000-0000-0000-000000000000}"/>
          </ac:spMkLst>
        </pc:spChg>
      </pc:sldChg>
    </pc:docChg>
  </pc:docChgLst>
  <pc:docChgLst>
    <pc:chgData name="Andrés Pablo FANTIN" userId="764826b2-ac4e-4fd7-bda5-68d0e7ba4060" providerId="ADAL" clId="{955200AB-5571-4391-89BE-10686F9C0B7F}"/>
    <pc:docChg chg="undo custSel modSld">
      <pc:chgData name="Andrés Pablo FANTIN" userId="764826b2-ac4e-4fd7-bda5-68d0e7ba4060" providerId="ADAL" clId="{955200AB-5571-4391-89BE-10686F9C0B7F}" dt="2026-09-07T22:53:57.871" v="743" actId="20577"/>
      <pc:docMkLst>
        <pc:docMk/>
      </pc:docMkLst>
      <pc:sldChg chg="modSp mod">
        <pc:chgData name="Andrés Pablo FANTIN" userId="764826b2-ac4e-4fd7-bda5-68d0e7ba4060" providerId="ADAL" clId="{955200AB-5571-4391-89BE-10686F9C0B7F}" dt="2026-09-07T21:39:50.583" v="56" actId="20577"/>
        <pc:sldMkLst>
          <pc:docMk/>
          <pc:sldMk cId="0" sldId="258"/>
        </pc:sldMkLst>
        <pc:spChg chg="mod">
          <ac:chgData name="Andrés Pablo FANTIN" userId="764826b2-ac4e-4fd7-bda5-68d0e7ba4060" providerId="ADAL" clId="{955200AB-5571-4391-89BE-10686F9C0B7F}" dt="2026-09-07T21:39:02.910" v="8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39:50.583" v="56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01:06.578" v="441" actId="20577"/>
        <pc:sldMkLst>
          <pc:docMk/>
          <pc:sldMk cId="0" sldId="260"/>
        </pc:sldMkLst>
        <pc:spChg chg="mod">
          <ac:chgData name="Andrés Pablo FANTIN" userId="764826b2-ac4e-4fd7-bda5-68d0e7ba4060" providerId="ADAL" clId="{955200AB-5571-4391-89BE-10686F9C0B7F}" dt="2026-09-07T21:54:48.607" v="330" actId="403"/>
          <ac:spMkLst>
            <pc:docMk/>
            <pc:sldMk cId="0" sldId="260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1:06.578" v="441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48.607" v="330" actId="403"/>
          <ac:spMkLst>
            <pc:docMk/>
            <pc:sldMk cId="0" sldId="260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48.607" v="330" actId="403"/>
          <ac:spMkLst>
            <pc:docMk/>
            <pc:sldMk cId="0" sldId="260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48.607" v="330" actId="40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48.607" v="330" actId="403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48.607" v="330" actId="403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48.607" v="330" actId="403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48.607" v="330" actId="40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48.607" v="330" actId="403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57.220" v="336" actId="403"/>
          <ac:spMkLst>
            <pc:docMk/>
            <pc:sldMk cId="0" sldId="260"/>
            <ac:spMk id="20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1:49:54.146" v="273" actId="20577"/>
        <pc:sldMkLst>
          <pc:docMk/>
          <pc:sldMk cId="0" sldId="261"/>
        </pc:sldMkLst>
        <pc:spChg chg="mod">
          <ac:chgData name="Andrés Pablo FANTIN" userId="764826b2-ac4e-4fd7-bda5-68d0e7ba4060" providerId="ADAL" clId="{955200AB-5571-4391-89BE-10686F9C0B7F}" dt="2026-09-07T21:49:54.146" v="273" actId="20577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1:54:33.833" v="326" actId="403"/>
        <pc:sldMkLst>
          <pc:docMk/>
          <pc:sldMk cId="0" sldId="262"/>
        </pc:sldMkLst>
        <pc:spChg chg="mod">
          <ac:chgData name="Andrés Pablo FANTIN" userId="764826b2-ac4e-4fd7-bda5-68d0e7ba4060" providerId="ADAL" clId="{955200AB-5571-4391-89BE-10686F9C0B7F}" dt="2026-09-07T21:54:33.833" v="326" actId="403"/>
          <ac:spMkLst>
            <pc:docMk/>
            <pc:sldMk cId="0" sldId="262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33.833" v="326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33.833" v="326" actId="403"/>
          <ac:spMkLst>
            <pc:docMk/>
            <pc:sldMk cId="0" sldId="262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33.833" v="326" actId="403"/>
          <ac:spMkLst>
            <pc:docMk/>
            <pc:sldMk cId="0" sldId="262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33.833" v="326" actId="403"/>
          <ac:spMkLst>
            <pc:docMk/>
            <pc:sldMk cId="0" sldId="262"/>
            <ac:spMk id="1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33.833" v="326" actId="403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33.833" v="326" actId="403"/>
          <ac:spMkLst>
            <pc:docMk/>
            <pc:sldMk cId="0" sldId="262"/>
            <ac:spMk id="2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33.833" v="326" actId="403"/>
          <ac:spMkLst>
            <pc:docMk/>
            <pc:sldMk cId="0" sldId="262"/>
            <ac:spMk id="2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33.833" v="326" actId="403"/>
          <ac:spMkLst>
            <pc:docMk/>
            <pc:sldMk cId="0" sldId="262"/>
            <ac:spMk id="2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33.833" v="326" actId="403"/>
          <ac:spMkLst>
            <pc:docMk/>
            <pc:sldMk cId="0" sldId="262"/>
            <ac:spMk id="2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4:28.177" v="322" actId="1036"/>
          <ac:spMkLst>
            <pc:docMk/>
            <pc:sldMk cId="0" sldId="262"/>
            <ac:spMk id="29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1:55:16.634" v="348" actId="404"/>
        <pc:sldMkLst>
          <pc:docMk/>
          <pc:sldMk cId="0" sldId="263"/>
        </pc:sldMkLst>
        <pc:spChg chg="mod">
          <ac:chgData name="Andrés Pablo FANTIN" userId="764826b2-ac4e-4fd7-bda5-68d0e7ba4060" providerId="ADAL" clId="{955200AB-5571-4391-89BE-10686F9C0B7F}" dt="2026-09-07T21:55:16.634" v="348" actId="404"/>
          <ac:spMkLst>
            <pc:docMk/>
            <pc:sldMk cId="0" sldId="263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5:16.634" v="348" actId="404"/>
          <ac:spMkLst>
            <pc:docMk/>
            <pc:sldMk cId="0" sldId="263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5:16.634" v="348" actId="404"/>
          <ac:spMkLst>
            <pc:docMk/>
            <pc:sldMk cId="0" sldId="263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5:16.634" v="348" actId="404"/>
          <ac:spMkLst>
            <pc:docMk/>
            <pc:sldMk cId="0" sldId="263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5:16.634" v="348" actId="404"/>
          <ac:spMkLst>
            <pc:docMk/>
            <pc:sldMk cId="0" sldId="263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5:16.634" v="348" actId="404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5:16.634" v="348" actId="404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5:16.634" v="348" actId="404"/>
          <ac:spMkLst>
            <pc:docMk/>
            <pc:sldMk cId="0" sldId="263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5:16.634" v="348" actId="404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5:08.117" v="343" actId="403"/>
          <ac:spMkLst>
            <pc:docMk/>
            <pc:sldMk cId="0" sldId="263"/>
            <ac:spMk id="14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1:56:11.851" v="360" actId="404"/>
        <pc:sldMkLst>
          <pc:docMk/>
          <pc:sldMk cId="0" sldId="264"/>
        </pc:sldMkLst>
        <pc:spChg chg="mod">
          <ac:chgData name="Andrés Pablo FANTIN" userId="764826b2-ac4e-4fd7-bda5-68d0e7ba4060" providerId="ADAL" clId="{955200AB-5571-4391-89BE-10686F9C0B7F}" dt="2026-09-07T21:56:11.851" v="360" actId="404"/>
          <ac:spMkLst>
            <pc:docMk/>
            <pc:sldMk cId="0" sldId="264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11.851" v="360" actId="404"/>
          <ac:spMkLst>
            <pc:docMk/>
            <pc:sldMk cId="0" sldId="264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11.851" v="360" actId="404"/>
          <ac:spMkLst>
            <pc:docMk/>
            <pc:sldMk cId="0" sldId="264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11.851" v="360" actId="404"/>
          <ac:spMkLst>
            <pc:docMk/>
            <pc:sldMk cId="0" sldId="264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11.851" v="360" actId="404"/>
          <ac:spMkLst>
            <pc:docMk/>
            <pc:sldMk cId="0" sldId="264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11.851" v="360" actId="404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11.851" v="360" actId="404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11.851" v="360" actId="404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11.851" v="360" actId="404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5:25.218" v="355" actId="403"/>
          <ac:spMkLst>
            <pc:docMk/>
            <pc:sldMk cId="0" sldId="264"/>
            <ac:spMk id="14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1:56:34.908" v="386" actId="403"/>
        <pc:sldMkLst>
          <pc:docMk/>
          <pc:sldMk cId="0" sldId="265"/>
        </pc:sldMkLst>
        <pc:spChg chg="mod">
          <ac:chgData name="Andrés Pablo FANTIN" userId="764826b2-ac4e-4fd7-bda5-68d0e7ba4060" providerId="ADAL" clId="{955200AB-5571-4391-89BE-10686F9C0B7F}" dt="2026-09-07T21:56:26.235" v="364" actId="403"/>
          <ac:spMkLst>
            <pc:docMk/>
            <pc:sldMk cId="0" sldId="265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26.235" v="364" actId="403"/>
          <ac:spMkLst>
            <pc:docMk/>
            <pc:sldMk cId="0" sldId="265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26.235" v="364" actId="403"/>
          <ac:spMkLst>
            <pc:docMk/>
            <pc:sldMk cId="0" sldId="265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26.235" v="364" actId="403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26.235" v="364" actId="403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26.235" v="364" actId="403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26.235" v="364" actId="403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26.235" v="364" actId="403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26.235" v="364" actId="403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26.235" v="364" actId="403"/>
          <ac:spMkLst>
            <pc:docMk/>
            <pc:sldMk cId="0" sldId="265"/>
            <ac:spMk id="2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34.908" v="386" actId="403"/>
          <ac:spMkLst>
            <pc:docMk/>
            <pc:sldMk cId="0" sldId="265"/>
            <ac:spMk id="23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1:56:58.419" v="396" actId="403"/>
        <pc:sldMkLst>
          <pc:docMk/>
          <pc:sldMk cId="0" sldId="266"/>
        </pc:sldMkLst>
        <pc:spChg chg="mod">
          <ac:chgData name="Andrés Pablo FANTIN" userId="764826b2-ac4e-4fd7-bda5-68d0e7ba4060" providerId="ADAL" clId="{955200AB-5571-4391-89BE-10686F9C0B7F}" dt="2026-09-07T21:56:51.809" v="390" actId="403"/>
          <ac:spMkLst>
            <pc:docMk/>
            <pc:sldMk cId="0" sldId="266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51.809" v="390" actId="403"/>
          <ac:spMkLst>
            <pc:docMk/>
            <pc:sldMk cId="0" sldId="266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51.809" v="390" actId="403"/>
          <ac:spMkLst>
            <pc:docMk/>
            <pc:sldMk cId="0" sldId="266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51.809" v="390" actId="403"/>
          <ac:spMkLst>
            <pc:docMk/>
            <pc:sldMk cId="0" sldId="266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51.809" v="390" actId="403"/>
          <ac:spMkLst>
            <pc:docMk/>
            <pc:sldMk cId="0" sldId="266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51.809" v="390" actId="403"/>
          <ac:spMkLst>
            <pc:docMk/>
            <pc:sldMk cId="0" sldId="266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51.809" v="390" actId="403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51.809" v="390" actId="403"/>
          <ac:spMkLst>
            <pc:docMk/>
            <pc:sldMk cId="0" sldId="266"/>
            <ac:spMk id="1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51.809" v="390" actId="403"/>
          <ac:spMkLst>
            <pc:docMk/>
            <pc:sldMk cId="0" sldId="266"/>
            <ac:spMk id="2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51.809" v="390" actId="403"/>
          <ac:spMkLst>
            <pc:docMk/>
            <pc:sldMk cId="0" sldId="266"/>
            <ac:spMk id="2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6:58.419" v="396" actId="403"/>
          <ac:spMkLst>
            <pc:docMk/>
            <pc:sldMk cId="0" sldId="266"/>
            <ac:spMk id="24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1:58:20.450" v="429" actId="404"/>
        <pc:sldMkLst>
          <pc:docMk/>
          <pc:sldMk cId="0" sldId="267"/>
        </pc:sldMkLst>
        <pc:spChg chg="mod">
          <ac:chgData name="Andrés Pablo FANTIN" userId="764826b2-ac4e-4fd7-bda5-68d0e7ba4060" providerId="ADAL" clId="{955200AB-5571-4391-89BE-10686F9C0B7F}" dt="2026-09-07T21:58:20.450" v="429" actId="404"/>
          <ac:spMkLst>
            <pc:docMk/>
            <pc:sldMk cId="0" sldId="267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8:20.450" v="429" actId="404"/>
          <ac:spMkLst>
            <pc:docMk/>
            <pc:sldMk cId="0" sldId="267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8:20.450" v="429" actId="404"/>
          <ac:spMkLst>
            <pc:docMk/>
            <pc:sldMk cId="0" sldId="267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8:20.450" v="429" actId="404"/>
          <ac:spMkLst>
            <pc:docMk/>
            <pc:sldMk cId="0" sldId="267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8:20.450" v="429" actId="404"/>
          <ac:spMkLst>
            <pc:docMk/>
            <pc:sldMk cId="0" sldId="267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8:20.450" v="429" actId="404"/>
          <ac:spMkLst>
            <pc:docMk/>
            <pc:sldMk cId="0" sldId="267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25.009" v="408" actId="403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25.009" v="408" actId="403"/>
          <ac:spMkLst>
            <pc:docMk/>
            <pc:sldMk cId="0" sldId="267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25.009" v="408" actId="403"/>
          <ac:spMkLst>
            <pc:docMk/>
            <pc:sldMk cId="0" sldId="267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09.919" v="402" actId="403"/>
          <ac:spMkLst>
            <pc:docMk/>
            <pc:sldMk cId="0" sldId="267"/>
            <ac:spMk id="14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1:57:50.099" v="418" actId="403"/>
        <pc:sldMkLst>
          <pc:docMk/>
          <pc:sldMk cId="0" sldId="268"/>
        </pc:sldMkLst>
        <pc:spChg chg="mod">
          <ac:chgData name="Andrés Pablo FANTIN" userId="764826b2-ac4e-4fd7-bda5-68d0e7ba4060" providerId="ADAL" clId="{955200AB-5571-4391-89BE-10686F9C0B7F}" dt="2026-09-07T21:57:43.014" v="411" actId="403"/>
          <ac:spMkLst>
            <pc:docMk/>
            <pc:sldMk cId="0" sldId="268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43.014" v="411" actId="403"/>
          <ac:spMkLst>
            <pc:docMk/>
            <pc:sldMk cId="0" sldId="268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43.014" v="411" actId="403"/>
          <ac:spMkLst>
            <pc:docMk/>
            <pc:sldMk cId="0" sldId="268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43.014" v="411" actId="403"/>
          <ac:spMkLst>
            <pc:docMk/>
            <pc:sldMk cId="0" sldId="268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43.014" v="411" actId="403"/>
          <ac:spMkLst>
            <pc:docMk/>
            <pc:sldMk cId="0" sldId="268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43.014" v="411" actId="403"/>
          <ac:spMkLst>
            <pc:docMk/>
            <pc:sldMk cId="0" sldId="268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43.014" v="411" actId="403"/>
          <ac:spMkLst>
            <pc:docMk/>
            <pc:sldMk cId="0" sldId="268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43.014" v="411" actId="403"/>
          <ac:spMkLst>
            <pc:docMk/>
            <pc:sldMk cId="0" sldId="268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43.014" v="411" actId="403"/>
          <ac:spMkLst>
            <pc:docMk/>
            <pc:sldMk cId="0" sldId="268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50.099" v="418" actId="403"/>
          <ac:spMkLst>
            <pc:docMk/>
            <pc:sldMk cId="0" sldId="268"/>
            <ac:spMk id="14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1:58:03.468" v="428" actId="403"/>
        <pc:sldMkLst>
          <pc:docMk/>
          <pc:sldMk cId="0" sldId="269"/>
        </pc:sldMkLst>
        <pc:spChg chg="mod">
          <ac:chgData name="Andrés Pablo FANTIN" userId="764826b2-ac4e-4fd7-bda5-68d0e7ba4060" providerId="ADAL" clId="{955200AB-5571-4391-89BE-10686F9C0B7F}" dt="2026-09-07T21:57:57.617" v="422" actId="403"/>
          <ac:spMkLst>
            <pc:docMk/>
            <pc:sldMk cId="0" sldId="269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57.617" v="422" actId="403"/>
          <ac:spMkLst>
            <pc:docMk/>
            <pc:sldMk cId="0" sldId="269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57.617" v="422" actId="403"/>
          <ac:spMkLst>
            <pc:docMk/>
            <pc:sldMk cId="0" sldId="269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57.617" v="422" actId="403"/>
          <ac:spMkLst>
            <pc:docMk/>
            <pc:sldMk cId="0" sldId="269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57.617" v="422" actId="403"/>
          <ac:spMkLst>
            <pc:docMk/>
            <pc:sldMk cId="0" sldId="269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57.617" v="422" actId="403"/>
          <ac:spMkLst>
            <pc:docMk/>
            <pc:sldMk cId="0" sldId="269"/>
            <ac:spMk id="14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57.617" v="422" actId="403"/>
          <ac:spMkLst>
            <pc:docMk/>
            <pc:sldMk cId="0" sldId="269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57.617" v="422" actId="403"/>
          <ac:spMkLst>
            <pc:docMk/>
            <pc:sldMk cId="0" sldId="269"/>
            <ac:spMk id="1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57.617" v="422" actId="403"/>
          <ac:spMkLst>
            <pc:docMk/>
            <pc:sldMk cId="0" sldId="269"/>
            <ac:spMk id="1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7:57.617" v="422" actId="403"/>
          <ac:spMkLst>
            <pc:docMk/>
            <pc:sldMk cId="0" sldId="269"/>
            <ac:spMk id="1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1:58:03.468" v="428" actId="403"/>
          <ac:spMkLst>
            <pc:docMk/>
            <pc:sldMk cId="0" sldId="269"/>
            <ac:spMk id="20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08:34.221" v="452" actId="403"/>
        <pc:sldMkLst>
          <pc:docMk/>
          <pc:sldMk cId="0" sldId="270"/>
        </pc:sldMkLst>
        <pc:spChg chg="mod">
          <ac:chgData name="Andrés Pablo FANTIN" userId="764826b2-ac4e-4fd7-bda5-68d0e7ba4060" providerId="ADAL" clId="{955200AB-5571-4391-89BE-10686F9C0B7F}" dt="2026-09-07T22:08:28.228" v="446" actId="404"/>
          <ac:spMkLst>
            <pc:docMk/>
            <pc:sldMk cId="0" sldId="270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8:28.228" v="446" actId="404"/>
          <ac:spMkLst>
            <pc:docMk/>
            <pc:sldMk cId="0" sldId="270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8:28.228" v="446" actId="404"/>
          <ac:spMkLst>
            <pc:docMk/>
            <pc:sldMk cId="0" sldId="270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8:28.228" v="446" actId="404"/>
          <ac:spMkLst>
            <pc:docMk/>
            <pc:sldMk cId="0" sldId="270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8:28.228" v="446" actId="404"/>
          <ac:spMkLst>
            <pc:docMk/>
            <pc:sldMk cId="0" sldId="270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8:28.228" v="446" actId="404"/>
          <ac:spMkLst>
            <pc:docMk/>
            <pc:sldMk cId="0" sldId="270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8:28.228" v="446" actId="404"/>
          <ac:spMkLst>
            <pc:docMk/>
            <pc:sldMk cId="0" sldId="270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8:34.221" v="452" actId="403"/>
          <ac:spMkLst>
            <pc:docMk/>
            <pc:sldMk cId="0" sldId="270"/>
            <ac:spMk id="12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09:45.104" v="464" actId="403"/>
        <pc:sldMkLst>
          <pc:docMk/>
          <pc:sldMk cId="0" sldId="271"/>
        </pc:sldMkLst>
        <pc:spChg chg="mod">
          <ac:chgData name="Andrés Pablo FANTIN" userId="764826b2-ac4e-4fd7-bda5-68d0e7ba4060" providerId="ADAL" clId="{955200AB-5571-4391-89BE-10686F9C0B7F}" dt="2026-09-07T22:09:36.590" v="457" actId="403"/>
          <ac:spMkLst>
            <pc:docMk/>
            <pc:sldMk cId="0" sldId="271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9:36.590" v="457" actId="403"/>
          <ac:spMkLst>
            <pc:docMk/>
            <pc:sldMk cId="0" sldId="271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9:36.590" v="457" actId="403"/>
          <ac:spMkLst>
            <pc:docMk/>
            <pc:sldMk cId="0" sldId="271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9:36.590" v="457" actId="403"/>
          <ac:spMkLst>
            <pc:docMk/>
            <pc:sldMk cId="0" sldId="271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9:36.590" v="457" actId="403"/>
          <ac:spMkLst>
            <pc:docMk/>
            <pc:sldMk cId="0" sldId="271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9:36.590" v="457" actId="403"/>
          <ac:spMkLst>
            <pc:docMk/>
            <pc:sldMk cId="0" sldId="271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9:36.590" v="457" actId="403"/>
          <ac:spMkLst>
            <pc:docMk/>
            <pc:sldMk cId="0" sldId="271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9:36.590" v="457" actId="403"/>
          <ac:spMkLst>
            <pc:docMk/>
            <pc:sldMk cId="0" sldId="271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9:36.590" v="457" actId="403"/>
          <ac:spMkLst>
            <pc:docMk/>
            <pc:sldMk cId="0" sldId="271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9:36.590" v="457" actId="403"/>
          <ac:spMkLst>
            <pc:docMk/>
            <pc:sldMk cId="0" sldId="271"/>
            <ac:spMk id="1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09:45.104" v="464" actId="403"/>
          <ac:spMkLst>
            <pc:docMk/>
            <pc:sldMk cId="0" sldId="271"/>
            <ac:spMk id="17" creationId="{00000000-0000-0000-0000-000000000000}"/>
          </ac:spMkLst>
        </pc:spChg>
      </pc:sldChg>
      <pc:sldChg chg="addSp delSp modSp mod modAnim">
        <pc:chgData name="Andrés Pablo FANTIN" userId="764826b2-ac4e-4fd7-bda5-68d0e7ba4060" providerId="ADAL" clId="{955200AB-5571-4391-89BE-10686F9C0B7F}" dt="2026-09-07T22:17:50.834" v="510"/>
        <pc:sldMkLst>
          <pc:docMk/>
          <pc:sldMk cId="0" sldId="272"/>
        </pc:sldMkLst>
        <pc:spChg chg="mod">
          <ac:chgData name="Andrés Pablo FANTIN" userId="764826b2-ac4e-4fd7-bda5-68d0e7ba4060" providerId="ADAL" clId="{955200AB-5571-4391-89BE-10686F9C0B7F}" dt="2026-09-07T22:10:15.163" v="474" actId="403"/>
          <ac:spMkLst>
            <pc:docMk/>
            <pc:sldMk cId="0" sldId="272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15.163" v="474" actId="403"/>
          <ac:spMkLst>
            <pc:docMk/>
            <pc:sldMk cId="0" sldId="272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15.163" v="474" actId="403"/>
          <ac:spMkLst>
            <pc:docMk/>
            <pc:sldMk cId="0" sldId="272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15.163" v="474" actId="403"/>
          <ac:spMkLst>
            <pc:docMk/>
            <pc:sldMk cId="0" sldId="272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15.163" v="474" actId="403"/>
          <ac:spMkLst>
            <pc:docMk/>
            <pc:sldMk cId="0" sldId="272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15.163" v="474" actId="403"/>
          <ac:spMkLst>
            <pc:docMk/>
            <pc:sldMk cId="0" sldId="272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15.163" v="474" actId="403"/>
          <ac:spMkLst>
            <pc:docMk/>
            <pc:sldMk cId="0" sldId="272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15.163" v="474" actId="403"/>
          <ac:spMkLst>
            <pc:docMk/>
            <pc:sldMk cId="0" sldId="272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15.163" v="474" actId="403"/>
          <ac:spMkLst>
            <pc:docMk/>
            <pc:sldMk cId="0" sldId="272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09.796" v="470" actId="403"/>
          <ac:spMkLst>
            <pc:docMk/>
            <pc:sldMk cId="0" sldId="272"/>
            <ac:spMk id="14" creationId="{00000000-0000-0000-0000-000000000000}"/>
          </ac:spMkLst>
        </pc:spChg>
        <pc:picChg chg="add del">
          <ac:chgData name="Andrés Pablo FANTIN" userId="764826b2-ac4e-4fd7-bda5-68d0e7ba4060" providerId="ADAL" clId="{955200AB-5571-4391-89BE-10686F9C0B7F}" dt="2026-09-07T22:16:52.988" v="506" actId="22"/>
          <ac:picMkLst>
            <pc:docMk/>
            <pc:sldMk cId="0" sldId="272"/>
            <ac:picMk id="16" creationId="{0EB8674D-9C61-E2D6-2851-204E2CFA375D}"/>
          </ac:picMkLst>
        </pc:picChg>
        <pc:picChg chg="add mod">
          <ac:chgData name="Andrés Pablo FANTIN" userId="764826b2-ac4e-4fd7-bda5-68d0e7ba4060" providerId="ADAL" clId="{955200AB-5571-4391-89BE-10686F9C0B7F}" dt="2026-09-07T22:17:40.979" v="509" actId="207"/>
          <ac:picMkLst>
            <pc:docMk/>
            <pc:sldMk cId="0" sldId="272"/>
            <ac:picMk id="18" creationId="{30A5E026-1AED-20BE-092B-DF9BE2E4A316}"/>
          </ac:picMkLst>
        </pc:picChg>
      </pc:sldChg>
      <pc:sldChg chg="addSp delSp modSp mod delAnim modAnim">
        <pc:chgData name="Andrés Pablo FANTIN" userId="764826b2-ac4e-4fd7-bda5-68d0e7ba4060" providerId="ADAL" clId="{955200AB-5571-4391-89BE-10686F9C0B7F}" dt="2026-09-07T22:19:33.964" v="517"/>
        <pc:sldMkLst>
          <pc:docMk/>
          <pc:sldMk cId="0" sldId="273"/>
        </pc:sldMkLst>
        <pc:spChg chg="mod">
          <ac:chgData name="Andrés Pablo FANTIN" userId="764826b2-ac4e-4fd7-bda5-68d0e7ba4060" providerId="ADAL" clId="{955200AB-5571-4391-89BE-10686F9C0B7F}" dt="2026-09-07T22:10:29.186" v="485" actId="403"/>
          <ac:spMkLst>
            <pc:docMk/>
            <pc:sldMk cId="0" sldId="273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29.186" v="485" actId="403"/>
          <ac:spMkLst>
            <pc:docMk/>
            <pc:sldMk cId="0" sldId="273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29.186" v="485" actId="403"/>
          <ac:spMkLst>
            <pc:docMk/>
            <pc:sldMk cId="0" sldId="273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29.186" v="485" actId="403"/>
          <ac:spMkLst>
            <pc:docMk/>
            <pc:sldMk cId="0" sldId="273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29.186" v="485" actId="403"/>
          <ac:spMkLst>
            <pc:docMk/>
            <pc:sldMk cId="0" sldId="273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29.186" v="485" actId="403"/>
          <ac:spMkLst>
            <pc:docMk/>
            <pc:sldMk cId="0" sldId="273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29.186" v="485" actId="403"/>
          <ac:spMkLst>
            <pc:docMk/>
            <pc:sldMk cId="0" sldId="273"/>
            <ac:spMk id="14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29.186" v="485" actId="403"/>
          <ac:spMkLst>
            <pc:docMk/>
            <pc:sldMk cId="0" sldId="273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29.186" v="485" actId="403"/>
          <ac:spMkLst>
            <pc:docMk/>
            <pc:sldMk cId="0" sldId="273"/>
            <ac:spMk id="1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29.186" v="485" actId="403"/>
          <ac:spMkLst>
            <pc:docMk/>
            <pc:sldMk cId="0" sldId="273"/>
            <ac:spMk id="1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23.522" v="480" actId="403"/>
          <ac:spMkLst>
            <pc:docMk/>
            <pc:sldMk cId="0" sldId="273"/>
            <ac:spMk id="20" creationId="{00000000-0000-0000-0000-000000000000}"/>
          </ac:spMkLst>
        </pc:spChg>
        <pc:picChg chg="add del mod">
          <ac:chgData name="Andrés Pablo FANTIN" userId="764826b2-ac4e-4fd7-bda5-68d0e7ba4060" providerId="ADAL" clId="{955200AB-5571-4391-89BE-10686F9C0B7F}" dt="2026-09-07T22:19:19.199" v="514" actId="478"/>
          <ac:picMkLst>
            <pc:docMk/>
            <pc:sldMk cId="0" sldId="273"/>
            <ac:picMk id="22" creationId="{EE0E353A-A670-1321-8EA2-4CA810FF7BB1}"/>
          </ac:picMkLst>
        </pc:picChg>
        <pc:picChg chg="add mod">
          <ac:chgData name="Andrés Pablo FANTIN" userId="764826b2-ac4e-4fd7-bda5-68d0e7ba4060" providerId="ADAL" clId="{955200AB-5571-4391-89BE-10686F9C0B7F}" dt="2026-09-07T22:19:30.551" v="516" actId="207"/>
          <ac:picMkLst>
            <pc:docMk/>
            <pc:sldMk cId="0" sldId="273"/>
            <ac:picMk id="24" creationId="{7D10CDEA-6D14-2570-7570-1BE3BF9F9328}"/>
          </ac:picMkLst>
        </pc:picChg>
      </pc:sldChg>
      <pc:sldChg chg="addSp modSp mod modAnim">
        <pc:chgData name="Andrés Pablo FANTIN" userId="764826b2-ac4e-4fd7-bda5-68d0e7ba4060" providerId="ADAL" clId="{955200AB-5571-4391-89BE-10686F9C0B7F}" dt="2026-09-07T22:26:39.211" v="520"/>
        <pc:sldMkLst>
          <pc:docMk/>
          <pc:sldMk cId="0" sldId="274"/>
        </pc:sldMkLst>
        <pc:spChg chg="mod">
          <ac:chgData name="Andrés Pablo FANTIN" userId="764826b2-ac4e-4fd7-bda5-68d0e7ba4060" providerId="ADAL" clId="{955200AB-5571-4391-89BE-10686F9C0B7F}" dt="2026-09-07T22:10:51.906" v="495" actId="403"/>
          <ac:spMkLst>
            <pc:docMk/>
            <pc:sldMk cId="0" sldId="274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51.906" v="495" actId="403"/>
          <ac:spMkLst>
            <pc:docMk/>
            <pc:sldMk cId="0" sldId="274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51.906" v="495" actId="403"/>
          <ac:spMkLst>
            <pc:docMk/>
            <pc:sldMk cId="0" sldId="274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51.906" v="495" actId="403"/>
          <ac:spMkLst>
            <pc:docMk/>
            <pc:sldMk cId="0" sldId="274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51.906" v="495" actId="403"/>
          <ac:spMkLst>
            <pc:docMk/>
            <pc:sldMk cId="0" sldId="274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51.906" v="495" actId="403"/>
          <ac:spMkLst>
            <pc:docMk/>
            <pc:sldMk cId="0" sldId="274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51.906" v="495" actId="403"/>
          <ac:spMkLst>
            <pc:docMk/>
            <pc:sldMk cId="0" sldId="274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51.906" v="495" actId="403"/>
          <ac:spMkLst>
            <pc:docMk/>
            <pc:sldMk cId="0" sldId="274"/>
            <ac:spMk id="1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51.906" v="495" actId="403"/>
          <ac:spMkLst>
            <pc:docMk/>
            <pc:sldMk cId="0" sldId="274"/>
            <ac:spMk id="1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51.906" v="495" actId="403"/>
          <ac:spMkLst>
            <pc:docMk/>
            <pc:sldMk cId="0" sldId="274"/>
            <ac:spMk id="2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44.209" v="491" actId="403"/>
          <ac:spMkLst>
            <pc:docMk/>
            <pc:sldMk cId="0" sldId="274"/>
            <ac:spMk id="23" creationId="{00000000-0000-0000-0000-000000000000}"/>
          </ac:spMkLst>
        </pc:spChg>
        <pc:picChg chg="add mod">
          <ac:chgData name="Andrés Pablo FANTIN" userId="764826b2-ac4e-4fd7-bda5-68d0e7ba4060" providerId="ADAL" clId="{955200AB-5571-4391-89BE-10686F9C0B7F}" dt="2026-09-07T22:26:36.458" v="519" actId="207"/>
          <ac:picMkLst>
            <pc:docMk/>
            <pc:sldMk cId="0" sldId="274"/>
            <ac:picMk id="26" creationId="{08C1B00C-4EEF-55CE-B797-A96F02D75BFE}"/>
          </ac:picMkLst>
        </pc:picChg>
      </pc:sldChg>
      <pc:sldChg chg="modSp mod">
        <pc:chgData name="Andrés Pablo FANTIN" userId="764826b2-ac4e-4fd7-bda5-68d0e7ba4060" providerId="ADAL" clId="{955200AB-5571-4391-89BE-10686F9C0B7F}" dt="2026-09-07T22:11:03.728" v="504" actId="403"/>
        <pc:sldMkLst>
          <pc:docMk/>
          <pc:sldMk cId="0" sldId="275"/>
        </pc:sldMkLst>
        <pc:spChg chg="mod">
          <ac:chgData name="Andrés Pablo FANTIN" userId="764826b2-ac4e-4fd7-bda5-68d0e7ba4060" providerId="ADAL" clId="{955200AB-5571-4391-89BE-10686F9C0B7F}" dt="2026-09-07T22:11:03.728" v="504" actId="403"/>
          <ac:spMkLst>
            <pc:docMk/>
            <pc:sldMk cId="0" sldId="275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1:03.728" v="504" actId="403"/>
          <ac:spMkLst>
            <pc:docMk/>
            <pc:sldMk cId="0" sldId="275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1:03.728" v="504" actId="403"/>
          <ac:spMkLst>
            <pc:docMk/>
            <pc:sldMk cId="0" sldId="275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1:03.728" v="504" actId="403"/>
          <ac:spMkLst>
            <pc:docMk/>
            <pc:sldMk cId="0" sldId="275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1:03.728" v="504" actId="403"/>
          <ac:spMkLst>
            <pc:docMk/>
            <pc:sldMk cId="0" sldId="275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1:03.728" v="504" actId="403"/>
          <ac:spMkLst>
            <pc:docMk/>
            <pc:sldMk cId="0" sldId="275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1:03.728" v="504" actId="403"/>
          <ac:spMkLst>
            <pc:docMk/>
            <pc:sldMk cId="0" sldId="275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1:03.728" v="504" actId="403"/>
          <ac:spMkLst>
            <pc:docMk/>
            <pc:sldMk cId="0" sldId="275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1:03.728" v="504" actId="403"/>
          <ac:spMkLst>
            <pc:docMk/>
            <pc:sldMk cId="0" sldId="275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10:59.367" v="501" actId="403"/>
          <ac:spMkLst>
            <pc:docMk/>
            <pc:sldMk cId="0" sldId="275"/>
            <ac:spMk id="14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28:40.670" v="570" actId="20577"/>
        <pc:sldMkLst>
          <pc:docMk/>
          <pc:sldMk cId="0" sldId="276"/>
        </pc:sldMkLst>
        <pc:spChg chg="mod">
          <ac:chgData name="Andrés Pablo FANTIN" userId="764826b2-ac4e-4fd7-bda5-68d0e7ba4060" providerId="ADAL" clId="{955200AB-5571-4391-89BE-10686F9C0B7F}" dt="2026-09-07T22:28:40.670" v="570" actId="20577"/>
          <ac:spMkLst>
            <pc:docMk/>
            <pc:sldMk cId="0" sldId="276"/>
            <ac:spMk id="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27:55.047" v="524" actId="403"/>
          <ac:spMkLst>
            <pc:docMk/>
            <pc:sldMk cId="0" sldId="276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27:55.047" v="524" actId="403"/>
          <ac:spMkLst>
            <pc:docMk/>
            <pc:sldMk cId="0" sldId="276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27:55.047" v="524" actId="403"/>
          <ac:spMkLst>
            <pc:docMk/>
            <pc:sldMk cId="0" sldId="276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27:55.047" v="524" actId="403"/>
          <ac:spMkLst>
            <pc:docMk/>
            <pc:sldMk cId="0" sldId="276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27:55.047" v="524" actId="403"/>
          <ac:spMkLst>
            <pc:docMk/>
            <pc:sldMk cId="0" sldId="276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27:55.047" v="524" actId="403"/>
          <ac:spMkLst>
            <pc:docMk/>
            <pc:sldMk cId="0" sldId="276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27:59.709" v="531" actId="403"/>
          <ac:spMkLst>
            <pc:docMk/>
            <pc:sldMk cId="0" sldId="276"/>
            <ac:spMk id="11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0:31.157" v="580" actId="403"/>
        <pc:sldMkLst>
          <pc:docMk/>
          <pc:sldMk cId="0" sldId="277"/>
        </pc:sldMkLst>
        <pc:spChg chg="mod">
          <ac:chgData name="Andrés Pablo FANTIN" userId="764826b2-ac4e-4fd7-bda5-68d0e7ba4060" providerId="ADAL" clId="{955200AB-5571-4391-89BE-10686F9C0B7F}" dt="2026-09-07T22:30:31.157" v="580" actId="403"/>
          <ac:spMkLst>
            <pc:docMk/>
            <pc:sldMk cId="0" sldId="277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31.157" v="580" actId="403"/>
          <ac:spMkLst>
            <pc:docMk/>
            <pc:sldMk cId="0" sldId="277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31.157" v="580" actId="403"/>
          <ac:spMkLst>
            <pc:docMk/>
            <pc:sldMk cId="0" sldId="277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31.157" v="580" actId="403"/>
          <ac:spMkLst>
            <pc:docMk/>
            <pc:sldMk cId="0" sldId="277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31.157" v="580" actId="403"/>
          <ac:spMkLst>
            <pc:docMk/>
            <pc:sldMk cId="0" sldId="277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31.157" v="580" actId="403"/>
          <ac:spMkLst>
            <pc:docMk/>
            <pc:sldMk cId="0" sldId="277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31.157" v="580" actId="403"/>
          <ac:spMkLst>
            <pc:docMk/>
            <pc:sldMk cId="0" sldId="277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31.157" v="580" actId="403"/>
          <ac:spMkLst>
            <pc:docMk/>
            <pc:sldMk cId="0" sldId="277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31.157" v="580" actId="403"/>
          <ac:spMkLst>
            <pc:docMk/>
            <pc:sldMk cId="0" sldId="277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25.229" v="576" actId="403"/>
          <ac:spMkLst>
            <pc:docMk/>
            <pc:sldMk cId="0" sldId="277"/>
            <ac:spMk id="14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0:59.218" v="592" actId="404"/>
        <pc:sldMkLst>
          <pc:docMk/>
          <pc:sldMk cId="0" sldId="278"/>
        </pc:sldMkLst>
        <pc:spChg chg="mod">
          <ac:chgData name="Andrés Pablo FANTIN" userId="764826b2-ac4e-4fd7-bda5-68d0e7ba4060" providerId="ADAL" clId="{955200AB-5571-4391-89BE-10686F9C0B7F}" dt="2026-09-07T22:30:52.938" v="585" actId="403"/>
          <ac:spMkLst>
            <pc:docMk/>
            <pc:sldMk cId="0" sldId="278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52.938" v="585" actId="403"/>
          <ac:spMkLst>
            <pc:docMk/>
            <pc:sldMk cId="0" sldId="278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52.938" v="585" actId="403"/>
          <ac:spMkLst>
            <pc:docMk/>
            <pc:sldMk cId="0" sldId="278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52.938" v="585" actId="403"/>
          <ac:spMkLst>
            <pc:docMk/>
            <pc:sldMk cId="0" sldId="278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52.938" v="585" actId="403"/>
          <ac:spMkLst>
            <pc:docMk/>
            <pc:sldMk cId="0" sldId="278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52.938" v="585" actId="403"/>
          <ac:spMkLst>
            <pc:docMk/>
            <pc:sldMk cId="0" sldId="278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52.938" v="585" actId="403"/>
          <ac:spMkLst>
            <pc:docMk/>
            <pc:sldMk cId="0" sldId="278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52.938" v="585" actId="403"/>
          <ac:spMkLst>
            <pc:docMk/>
            <pc:sldMk cId="0" sldId="278"/>
            <ac:spMk id="14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52.938" v="585" actId="403"/>
          <ac:spMkLst>
            <pc:docMk/>
            <pc:sldMk cId="0" sldId="278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52.938" v="585" actId="403"/>
          <ac:spMkLst>
            <pc:docMk/>
            <pc:sldMk cId="0" sldId="278"/>
            <ac:spMk id="1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0:59.218" v="592" actId="404"/>
          <ac:spMkLst>
            <pc:docMk/>
            <pc:sldMk cId="0" sldId="278"/>
            <ac:spMk id="17" creationId="{00000000-0000-0000-0000-000000000000}"/>
          </ac:spMkLst>
        </pc:spChg>
      </pc:sldChg>
      <pc:sldChg chg="addSp modSp mod modAnim">
        <pc:chgData name="Andrés Pablo FANTIN" userId="764826b2-ac4e-4fd7-bda5-68d0e7ba4060" providerId="ADAL" clId="{955200AB-5571-4391-89BE-10686F9C0B7F}" dt="2026-09-07T22:37:02.393" v="728"/>
        <pc:sldMkLst>
          <pc:docMk/>
          <pc:sldMk cId="0" sldId="279"/>
        </pc:sldMkLst>
        <pc:spChg chg="mod">
          <ac:chgData name="Andrés Pablo FANTIN" userId="764826b2-ac4e-4fd7-bda5-68d0e7ba4060" providerId="ADAL" clId="{955200AB-5571-4391-89BE-10686F9C0B7F}" dt="2026-09-07T22:31:08.172" v="596" actId="403"/>
          <ac:spMkLst>
            <pc:docMk/>
            <pc:sldMk cId="0" sldId="279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08.172" v="596" actId="403"/>
          <ac:spMkLst>
            <pc:docMk/>
            <pc:sldMk cId="0" sldId="279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08.172" v="596" actId="403"/>
          <ac:spMkLst>
            <pc:docMk/>
            <pc:sldMk cId="0" sldId="279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08.172" v="596" actId="403"/>
          <ac:spMkLst>
            <pc:docMk/>
            <pc:sldMk cId="0" sldId="279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08.172" v="596" actId="403"/>
          <ac:spMkLst>
            <pc:docMk/>
            <pc:sldMk cId="0" sldId="279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08.172" v="596" actId="403"/>
          <ac:spMkLst>
            <pc:docMk/>
            <pc:sldMk cId="0" sldId="279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08.172" v="596" actId="403"/>
          <ac:spMkLst>
            <pc:docMk/>
            <pc:sldMk cId="0" sldId="279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08.172" v="596" actId="403"/>
          <ac:spMkLst>
            <pc:docMk/>
            <pc:sldMk cId="0" sldId="279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08.172" v="596" actId="403"/>
          <ac:spMkLst>
            <pc:docMk/>
            <pc:sldMk cId="0" sldId="279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14.258" v="602" actId="403"/>
          <ac:spMkLst>
            <pc:docMk/>
            <pc:sldMk cId="0" sldId="279"/>
            <ac:spMk id="14" creationId="{00000000-0000-0000-0000-000000000000}"/>
          </ac:spMkLst>
        </pc:spChg>
        <pc:picChg chg="add mod">
          <ac:chgData name="Andrés Pablo FANTIN" userId="764826b2-ac4e-4fd7-bda5-68d0e7ba4060" providerId="ADAL" clId="{955200AB-5571-4391-89BE-10686F9C0B7F}" dt="2026-09-07T22:37:00.015" v="727" actId="207"/>
          <ac:picMkLst>
            <pc:docMk/>
            <pc:sldMk cId="0" sldId="279"/>
            <ac:picMk id="16" creationId="{CD5086A0-B721-E7E1-24A7-619B08AA7FC4}"/>
          </ac:picMkLst>
        </pc:picChg>
      </pc:sldChg>
      <pc:sldChg chg="modSp mod">
        <pc:chgData name="Andrés Pablo FANTIN" userId="764826b2-ac4e-4fd7-bda5-68d0e7ba4060" providerId="ADAL" clId="{955200AB-5571-4391-89BE-10686F9C0B7F}" dt="2026-09-07T22:48:51.410" v="735" actId="20577"/>
        <pc:sldMkLst>
          <pc:docMk/>
          <pc:sldMk cId="0" sldId="280"/>
        </pc:sldMkLst>
        <pc:spChg chg="mod">
          <ac:chgData name="Andrés Pablo FANTIN" userId="764826b2-ac4e-4fd7-bda5-68d0e7ba4060" providerId="ADAL" clId="{955200AB-5571-4391-89BE-10686F9C0B7F}" dt="2026-09-07T22:31:19.290" v="605" actId="403"/>
          <ac:spMkLst>
            <pc:docMk/>
            <pc:sldMk cId="0" sldId="280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19.290" v="605" actId="403"/>
          <ac:spMkLst>
            <pc:docMk/>
            <pc:sldMk cId="0" sldId="280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48:51.410" v="735" actId="20577"/>
          <ac:spMkLst>
            <pc:docMk/>
            <pc:sldMk cId="0" sldId="280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19.290" v="605" actId="403"/>
          <ac:spMkLst>
            <pc:docMk/>
            <pc:sldMk cId="0" sldId="280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19.290" v="605" actId="403"/>
          <ac:spMkLst>
            <pc:docMk/>
            <pc:sldMk cId="0" sldId="280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19.290" v="605" actId="403"/>
          <ac:spMkLst>
            <pc:docMk/>
            <pc:sldMk cId="0" sldId="280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26.883" v="614" actId="404"/>
          <ac:spMkLst>
            <pc:docMk/>
            <pc:sldMk cId="0" sldId="280"/>
            <ac:spMk id="11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1:38.653" v="626" actId="403"/>
        <pc:sldMkLst>
          <pc:docMk/>
          <pc:sldMk cId="0" sldId="281"/>
        </pc:sldMkLst>
        <pc:spChg chg="mod">
          <ac:chgData name="Andrés Pablo FANTIN" userId="764826b2-ac4e-4fd7-bda5-68d0e7ba4060" providerId="ADAL" clId="{955200AB-5571-4391-89BE-10686F9C0B7F}" dt="2026-09-07T22:31:33.381" v="619" actId="403"/>
          <ac:spMkLst>
            <pc:docMk/>
            <pc:sldMk cId="0" sldId="281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33.381" v="619" actId="403"/>
          <ac:spMkLst>
            <pc:docMk/>
            <pc:sldMk cId="0" sldId="281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33.381" v="619" actId="403"/>
          <ac:spMkLst>
            <pc:docMk/>
            <pc:sldMk cId="0" sldId="281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33.381" v="619" actId="403"/>
          <ac:spMkLst>
            <pc:docMk/>
            <pc:sldMk cId="0" sldId="281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33.381" v="619" actId="403"/>
          <ac:spMkLst>
            <pc:docMk/>
            <pc:sldMk cId="0" sldId="281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33.381" v="619" actId="403"/>
          <ac:spMkLst>
            <pc:docMk/>
            <pc:sldMk cId="0" sldId="281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33.381" v="619" actId="403"/>
          <ac:spMkLst>
            <pc:docMk/>
            <pc:sldMk cId="0" sldId="281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33.381" v="619" actId="403"/>
          <ac:spMkLst>
            <pc:docMk/>
            <pc:sldMk cId="0" sldId="281"/>
            <ac:spMk id="14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33.381" v="619" actId="403"/>
          <ac:spMkLst>
            <pc:docMk/>
            <pc:sldMk cId="0" sldId="281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33.381" v="619" actId="403"/>
          <ac:spMkLst>
            <pc:docMk/>
            <pc:sldMk cId="0" sldId="281"/>
            <ac:spMk id="1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38.653" v="626" actId="403"/>
          <ac:spMkLst>
            <pc:docMk/>
            <pc:sldMk cId="0" sldId="281"/>
            <ac:spMk id="17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53:57.871" v="743" actId="20577"/>
        <pc:sldMkLst>
          <pc:docMk/>
          <pc:sldMk cId="0" sldId="282"/>
        </pc:sldMkLst>
        <pc:spChg chg="mod">
          <ac:chgData name="Andrés Pablo FANTIN" userId="764826b2-ac4e-4fd7-bda5-68d0e7ba4060" providerId="ADAL" clId="{955200AB-5571-4391-89BE-10686F9C0B7F}" dt="2026-09-07T22:31:45.664" v="630" actId="403"/>
          <ac:spMkLst>
            <pc:docMk/>
            <pc:sldMk cId="0" sldId="282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45.664" v="630" actId="403"/>
          <ac:spMkLst>
            <pc:docMk/>
            <pc:sldMk cId="0" sldId="282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45.664" v="630" actId="403"/>
          <ac:spMkLst>
            <pc:docMk/>
            <pc:sldMk cId="0" sldId="282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45.664" v="630" actId="403"/>
          <ac:spMkLst>
            <pc:docMk/>
            <pc:sldMk cId="0" sldId="282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45.664" v="630" actId="403"/>
          <ac:spMkLst>
            <pc:docMk/>
            <pc:sldMk cId="0" sldId="282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45.664" v="630" actId="403"/>
          <ac:spMkLst>
            <pc:docMk/>
            <pc:sldMk cId="0" sldId="282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45.664" v="630" actId="403"/>
          <ac:spMkLst>
            <pc:docMk/>
            <pc:sldMk cId="0" sldId="282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1:45.664" v="630" actId="403"/>
          <ac:spMkLst>
            <pc:docMk/>
            <pc:sldMk cId="0" sldId="282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53:57.871" v="743" actId="20577"/>
          <ac:spMkLst>
            <pc:docMk/>
            <pc:sldMk cId="0" sldId="282"/>
            <ac:spMk id="13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3:39.917" v="648" actId="403"/>
        <pc:sldMkLst>
          <pc:docMk/>
          <pc:sldMk cId="0" sldId="283"/>
        </pc:sldMkLst>
        <pc:spChg chg="mod">
          <ac:chgData name="Andrés Pablo FANTIN" userId="764826b2-ac4e-4fd7-bda5-68d0e7ba4060" providerId="ADAL" clId="{955200AB-5571-4391-89BE-10686F9C0B7F}" dt="2026-09-07T22:33:34.554" v="641" actId="403"/>
          <ac:spMkLst>
            <pc:docMk/>
            <pc:sldMk cId="0" sldId="283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34.554" v="641" actId="403"/>
          <ac:spMkLst>
            <pc:docMk/>
            <pc:sldMk cId="0" sldId="283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34.554" v="641" actId="403"/>
          <ac:spMkLst>
            <pc:docMk/>
            <pc:sldMk cId="0" sldId="283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34.554" v="641" actId="403"/>
          <ac:spMkLst>
            <pc:docMk/>
            <pc:sldMk cId="0" sldId="283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34.554" v="641" actId="403"/>
          <ac:spMkLst>
            <pc:docMk/>
            <pc:sldMk cId="0" sldId="283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34.554" v="641" actId="403"/>
          <ac:spMkLst>
            <pc:docMk/>
            <pc:sldMk cId="0" sldId="283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34.554" v="641" actId="403"/>
          <ac:spMkLst>
            <pc:docMk/>
            <pc:sldMk cId="0" sldId="283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34.554" v="641" actId="403"/>
          <ac:spMkLst>
            <pc:docMk/>
            <pc:sldMk cId="0" sldId="283"/>
            <ac:spMk id="1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34.554" v="641" actId="403"/>
          <ac:spMkLst>
            <pc:docMk/>
            <pc:sldMk cId="0" sldId="283"/>
            <ac:spMk id="1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34.554" v="641" actId="403"/>
          <ac:spMkLst>
            <pc:docMk/>
            <pc:sldMk cId="0" sldId="283"/>
            <ac:spMk id="1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39.917" v="648" actId="403"/>
          <ac:spMkLst>
            <pc:docMk/>
            <pc:sldMk cId="0" sldId="283"/>
            <ac:spMk id="20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5:52.326" v="725" actId="20577"/>
        <pc:sldMkLst>
          <pc:docMk/>
          <pc:sldMk cId="0" sldId="284"/>
        </pc:sldMkLst>
        <pc:spChg chg="mod">
          <ac:chgData name="Andrés Pablo FANTIN" userId="764826b2-ac4e-4fd7-bda5-68d0e7ba4060" providerId="ADAL" clId="{955200AB-5571-4391-89BE-10686F9C0B7F}" dt="2026-09-07T22:35:52.326" v="725" actId="20577"/>
          <ac:spMkLst>
            <pc:docMk/>
            <pc:sldMk cId="0" sldId="284"/>
            <ac:spMk id="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45.419" v="652" actId="403"/>
          <ac:spMkLst>
            <pc:docMk/>
            <pc:sldMk cId="0" sldId="284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45.419" v="652" actId="403"/>
          <ac:spMkLst>
            <pc:docMk/>
            <pc:sldMk cId="0" sldId="284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45.419" v="652" actId="403"/>
          <ac:spMkLst>
            <pc:docMk/>
            <pc:sldMk cId="0" sldId="284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45.419" v="652" actId="403"/>
          <ac:spMkLst>
            <pc:docMk/>
            <pc:sldMk cId="0" sldId="284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45.419" v="652" actId="403"/>
          <ac:spMkLst>
            <pc:docMk/>
            <pc:sldMk cId="0" sldId="284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45.419" v="652" actId="403"/>
          <ac:spMkLst>
            <pc:docMk/>
            <pc:sldMk cId="0" sldId="284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45.419" v="652" actId="403"/>
          <ac:spMkLst>
            <pc:docMk/>
            <pc:sldMk cId="0" sldId="284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45.419" v="652" actId="403"/>
          <ac:spMkLst>
            <pc:docMk/>
            <pc:sldMk cId="0" sldId="284"/>
            <ac:spMk id="14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45.419" v="652" actId="403"/>
          <ac:spMkLst>
            <pc:docMk/>
            <pc:sldMk cId="0" sldId="284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45.419" v="652" actId="403"/>
          <ac:spMkLst>
            <pc:docMk/>
            <pc:sldMk cId="0" sldId="284"/>
            <ac:spMk id="1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51.391" v="659" actId="403"/>
          <ac:spMkLst>
            <pc:docMk/>
            <pc:sldMk cId="0" sldId="284"/>
            <ac:spMk id="17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4:05.376" v="671" actId="403"/>
        <pc:sldMkLst>
          <pc:docMk/>
          <pc:sldMk cId="0" sldId="285"/>
        </pc:sldMkLst>
        <pc:spChg chg="mod">
          <ac:chgData name="Andrés Pablo FANTIN" userId="764826b2-ac4e-4fd7-bda5-68d0e7ba4060" providerId="ADAL" clId="{955200AB-5571-4391-89BE-10686F9C0B7F}" dt="2026-09-07T22:33:58.914" v="665" actId="404"/>
          <ac:spMkLst>
            <pc:docMk/>
            <pc:sldMk cId="0" sldId="285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58.914" v="665" actId="404"/>
          <ac:spMkLst>
            <pc:docMk/>
            <pc:sldMk cId="0" sldId="285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58.914" v="665" actId="404"/>
          <ac:spMkLst>
            <pc:docMk/>
            <pc:sldMk cId="0" sldId="285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58.914" v="665" actId="404"/>
          <ac:spMkLst>
            <pc:docMk/>
            <pc:sldMk cId="0" sldId="285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58.914" v="665" actId="404"/>
          <ac:spMkLst>
            <pc:docMk/>
            <pc:sldMk cId="0" sldId="285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58.914" v="665" actId="404"/>
          <ac:spMkLst>
            <pc:docMk/>
            <pc:sldMk cId="0" sldId="285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58.914" v="665" actId="404"/>
          <ac:spMkLst>
            <pc:docMk/>
            <pc:sldMk cId="0" sldId="285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58.914" v="665" actId="404"/>
          <ac:spMkLst>
            <pc:docMk/>
            <pc:sldMk cId="0" sldId="285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3:58.914" v="665" actId="404"/>
          <ac:spMkLst>
            <pc:docMk/>
            <pc:sldMk cId="0" sldId="285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05.376" v="671" actId="403"/>
          <ac:spMkLst>
            <pc:docMk/>
            <pc:sldMk cId="0" sldId="285"/>
            <ac:spMk id="14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4:17.819" v="676" actId="403"/>
        <pc:sldMkLst>
          <pc:docMk/>
          <pc:sldMk cId="0" sldId="286"/>
        </pc:sldMkLst>
        <pc:spChg chg="mod">
          <ac:chgData name="Andrés Pablo FANTIN" userId="764826b2-ac4e-4fd7-bda5-68d0e7ba4060" providerId="ADAL" clId="{955200AB-5571-4391-89BE-10686F9C0B7F}" dt="2026-09-07T22:34:17.819" v="676" actId="403"/>
          <ac:spMkLst>
            <pc:docMk/>
            <pc:sldMk cId="0" sldId="286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17.819" v="676" actId="403"/>
          <ac:spMkLst>
            <pc:docMk/>
            <pc:sldMk cId="0" sldId="286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17.819" v="676" actId="403"/>
          <ac:spMkLst>
            <pc:docMk/>
            <pc:sldMk cId="0" sldId="286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17.819" v="676" actId="403"/>
          <ac:spMkLst>
            <pc:docMk/>
            <pc:sldMk cId="0" sldId="286"/>
            <ac:spMk id="2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17.819" v="676" actId="403"/>
          <ac:spMkLst>
            <pc:docMk/>
            <pc:sldMk cId="0" sldId="286"/>
            <ac:spMk id="2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17.819" v="676" actId="403"/>
          <ac:spMkLst>
            <pc:docMk/>
            <pc:sldMk cId="0" sldId="286"/>
            <ac:spMk id="2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17.819" v="676" actId="403"/>
          <ac:spMkLst>
            <pc:docMk/>
            <pc:sldMk cId="0" sldId="286"/>
            <ac:spMk id="2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17.819" v="676" actId="403"/>
          <ac:spMkLst>
            <pc:docMk/>
            <pc:sldMk cId="0" sldId="286"/>
            <ac:spMk id="3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17.819" v="676" actId="403"/>
          <ac:spMkLst>
            <pc:docMk/>
            <pc:sldMk cId="0" sldId="286"/>
            <ac:spMk id="3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17.819" v="676" actId="403"/>
          <ac:spMkLst>
            <pc:docMk/>
            <pc:sldMk cId="0" sldId="286"/>
            <ac:spMk id="40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4:25.032" v="682" actId="404"/>
        <pc:sldMkLst>
          <pc:docMk/>
          <pc:sldMk cId="0" sldId="287"/>
        </pc:sldMkLst>
        <pc:spChg chg="mod">
          <ac:chgData name="Andrés Pablo FANTIN" userId="764826b2-ac4e-4fd7-bda5-68d0e7ba4060" providerId="ADAL" clId="{955200AB-5571-4391-89BE-10686F9C0B7F}" dt="2026-09-07T22:34:25.032" v="682" actId="404"/>
          <ac:spMkLst>
            <pc:docMk/>
            <pc:sldMk cId="0" sldId="287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25.032" v="682" actId="404"/>
          <ac:spMkLst>
            <pc:docMk/>
            <pc:sldMk cId="0" sldId="287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25.032" v="682" actId="404"/>
          <ac:spMkLst>
            <pc:docMk/>
            <pc:sldMk cId="0" sldId="287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25.032" v="682" actId="404"/>
          <ac:spMkLst>
            <pc:docMk/>
            <pc:sldMk cId="0" sldId="287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25.032" v="682" actId="404"/>
          <ac:spMkLst>
            <pc:docMk/>
            <pc:sldMk cId="0" sldId="287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25.032" v="682" actId="404"/>
          <ac:spMkLst>
            <pc:docMk/>
            <pc:sldMk cId="0" sldId="287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25.032" v="682" actId="404"/>
          <ac:spMkLst>
            <pc:docMk/>
            <pc:sldMk cId="0" sldId="287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25.032" v="682" actId="404"/>
          <ac:spMkLst>
            <pc:docMk/>
            <pc:sldMk cId="0" sldId="287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25.032" v="682" actId="404"/>
          <ac:spMkLst>
            <pc:docMk/>
            <pc:sldMk cId="0" sldId="287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25.032" v="682" actId="404"/>
          <ac:spMkLst>
            <pc:docMk/>
            <pc:sldMk cId="0" sldId="287"/>
            <ac:spMk id="14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4:32.274" v="686" actId="403"/>
        <pc:sldMkLst>
          <pc:docMk/>
          <pc:sldMk cId="0" sldId="288"/>
        </pc:sldMkLst>
        <pc:spChg chg="mod">
          <ac:chgData name="Andrés Pablo FANTIN" userId="764826b2-ac4e-4fd7-bda5-68d0e7ba4060" providerId="ADAL" clId="{955200AB-5571-4391-89BE-10686F9C0B7F}" dt="2026-09-07T22:34:32.274" v="686" actId="403"/>
          <ac:spMkLst>
            <pc:docMk/>
            <pc:sldMk cId="0" sldId="288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2.274" v="686" actId="403"/>
          <ac:spMkLst>
            <pc:docMk/>
            <pc:sldMk cId="0" sldId="288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2.274" v="686" actId="403"/>
          <ac:spMkLst>
            <pc:docMk/>
            <pc:sldMk cId="0" sldId="288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2.274" v="686" actId="403"/>
          <ac:spMkLst>
            <pc:docMk/>
            <pc:sldMk cId="0" sldId="288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2.274" v="686" actId="403"/>
          <ac:spMkLst>
            <pc:docMk/>
            <pc:sldMk cId="0" sldId="288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2.274" v="686" actId="403"/>
          <ac:spMkLst>
            <pc:docMk/>
            <pc:sldMk cId="0" sldId="288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2.274" v="686" actId="403"/>
          <ac:spMkLst>
            <pc:docMk/>
            <pc:sldMk cId="0" sldId="288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2.274" v="686" actId="403"/>
          <ac:spMkLst>
            <pc:docMk/>
            <pc:sldMk cId="0" sldId="288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2.274" v="686" actId="403"/>
          <ac:spMkLst>
            <pc:docMk/>
            <pc:sldMk cId="0" sldId="288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2.274" v="686" actId="403"/>
          <ac:spMkLst>
            <pc:docMk/>
            <pc:sldMk cId="0" sldId="288"/>
            <ac:spMk id="14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4:38.171" v="690" actId="403"/>
        <pc:sldMkLst>
          <pc:docMk/>
          <pc:sldMk cId="0" sldId="289"/>
        </pc:sldMkLst>
        <pc:spChg chg="mod">
          <ac:chgData name="Andrés Pablo FANTIN" userId="764826b2-ac4e-4fd7-bda5-68d0e7ba4060" providerId="ADAL" clId="{955200AB-5571-4391-89BE-10686F9C0B7F}" dt="2026-09-07T22:34:38.171" v="690" actId="403"/>
          <ac:spMkLst>
            <pc:docMk/>
            <pc:sldMk cId="0" sldId="289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8.171" v="690" actId="403"/>
          <ac:spMkLst>
            <pc:docMk/>
            <pc:sldMk cId="0" sldId="289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8.171" v="690" actId="403"/>
          <ac:spMkLst>
            <pc:docMk/>
            <pc:sldMk cId="0" sldId="289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8.171" v="690" actId="403"/>
          <ac:spMkLst>
            <pc:docMk/>
            <pc:sldMk cId="0" sldId="289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8.171" v="690" actId="403"/>
          <ac:spMkLst>
            <pc:docMk/>
            <pc:sldMk cId="0" sldId="289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8.171" v="690" actId="403"/>
          <ac:spMkLst>
            <pc:docMk/>
            <pc:sldMk cId="0" sldId="289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38.171" v="690" actId="403"/>
          <ac:spMkLst>
            <pc:docMk/>
            <pc:sldMk cId="0" sldId="289"/>
            <ac:spMk id="11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4:48.698" v="693" actId="403"/>
        <pc:sldMkLst>
          <pc:docMk/>
          <pc:sldMk cId="0" sldId="290"/>
        </pc:sldMkLst>
        <pc:spChg chg="mod">
          <ac:chgData name="Andrés Pablo FANTIN" userId="764826b2-ac4e-4fd7-bda5-68d0e7ba4060" providerId="ADAL" clId="{955200AB-5571-4391-89BE-10686F9C0B7F}" dt="2026-09-07T22:34:48.698" v="693" actId="403"/>
          <ac:spMkLst>
            <pc:docMk/>
            <pc:sldMk cId="0" sldId="290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48.698" v="693" actId="403"/>
          <ac:spMkLst>
            <pc:docMk/>
            <pc:sldMk cId="0" sldId="290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48.698" v="693" actId="403"/>
          <ac:spMkLst>
            <pc:docMk/>
            <pc:sldMk cId="0" sldId="290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48.698" v="693" actId="403"/>
          <ac:spMkLst>
            <pc:docMk/>
            <pc:sldMk cId="0" sldId="290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48.698" v="693" actId="403"/>
          <ac:spMkLst>
            <pc:docMk/>
            <pc:sldMk cId="0" sldId="290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48.698" v="693" actId="403"/>
          <ac:spMkLst>
            <pc:docMk/>
            <pc:sldMk cId="0" sldId="290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48.698" v="693" actId="403"/>
          <ac:spMkLst>
            <pc:docMk/>
            <pc:sldMk cId="0" sldId="290"/>
            <ac:spMk id="1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48.698" v="693" actId="403"/>
          <ac:spMkLst>
            <pc:docMk/>
            <pc:sldMk cId="0" sldId="290"/>
            <ac:spMk id="2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48.698" v="693" actId="403"/>
          <ac:spMkLst>
            <pc:docMk/>
            <pc:sldMk cId="0" sldId="290"/>
            <ac:spMk id="2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48.698" v="693" actId="403"/>
          <ac:spMkLst>
            <pc:docMk/>
            <pc:sldMk cId="0" sldId="290"/>
            <ac:spMk id="23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4:55.237" v="697" actId="403"/>
        <pc:sldMkLst>
          <pc:docMk/>
          <pc:sldMk cId="0" sldId="291"/>
        </pc:sldMkLst>
        <pc:spChg chg="mod">
          <ac:chgData name="Andrés Pablo FANTIN" userId="764826b2-ac4e-4fd7-bda5-68d0e7ba4060" providerId="ADAL" clId="{955200AB-5571-4391-89BE-10686F9C0B7F}" dt="2026-09-07T22:34:55.237" v="697" actId="403"/>
          <ac:spMkLst>
            <pc:docMk/>
            <pc:sldMk cId="0" sldId="291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55.237" v="697" actId="403"/>
          <ac:spMkLst>
            <pc:docMk/>
            <pc:sldMk cId="0" sldId="291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55.237" v="697" actId="403"/>
          <ac:spMkLst>
            <pc:docMk/>
            <pc:sldMk cId="0" sldId="291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55.237" v="697" actId="403"/>
          <ac:spMkLst>
            <pc:docMk/>
            <pc:sldMk cId="0" sldId="291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55.237" v="697" actId="403"/>
          <ac:spMkLst>
            <pc:docMk/>
            <pc:sldMk cId="0" sldId="291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55.237" v="697" actId="403"/>
          <ac:spMkLst>
            <pc:docMk/>
            <pc:sldMk cId="0" sldId="291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4:55.237" v="697" actId="403"/>
          <ac:spMkLst>
            <pc:docMk/>
            <pc:sldMk cId="0" sldId="291"/>
            <ac:spMk id="11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7T22:35:01.386" v="702" actId="403"/>
        <pc:sldMkLst>
          <pc:docMk/>
          <pc:sldMk cId="0" sldId="292"/>
        </pc:sldMkLst>
        <pc:spChg chg="mod">
          <ac:chgData name="Andrés Pablo FANTIN" userId="764826b2-ac4e-4fd7-bda5-68d0e7ba4060" providerId="ADAL" clId="{955200AB-5571-4391-89BE-10686F9C0B7F}" dt="2026-09-07T22:35:01.386" v="702" actId="403"/>
          <ac:spMkLst>
            <pc:docMk/>
            <pc:sldMk cId="0" sldId="292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5:01.386" v="702" actId="403"/>
          <ac:spMkLst>
            <pc:docMk/>
            <pc:sldMk cId="0" sldId="292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5:01.386" v="702" actId="403"/>
          <ac:spMkLst>
            <pc:docMk/>
            <pc:sldMk cId="0" sldId="292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5:01.386" v="702" actId="403"/>
          <ac:spMkLst>
            <pc:docMk/>
            <pc:sldMk cId="0" sldId="292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5:01.386" v="702" actId="403"/>
          <ac:spMkLst>
            <pc:docMk/>
            <pc:sldMk cId="0" sldId="292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5:01.386" v="702" actId="403"/>
          <ac:spMkLst>
            <pc:docMk/>
            <pc:sldMk cId="0" sldId="292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5:01.386" v="702" actId="403"/>
          <ac:spMkLst>
            <pc:docMk/>
            <pc:sldMk cId="0" sldId="292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5:01.386" v="702" actId="403"/>
          <ac:spMkLst>
            <pc:docMk/>
            <pc:sldMk cId="0" sldId="292"/>
            <ac:spMk id="1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5:01.386" v="702" actId="403"/>
          <ac:spMkLst>
            <pc:docMk/>
            <pc:sldMk cId="0" sldId="292"/>
            <ac:spMk id="1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7T22:35:01.386" v="702" actId="403"/>
          <ac:spMkLst>
            <pc:docMk/>
            <pc:sldMk cId="0" sldId="292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855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Curso fuente: Clase 5 - Transacciones y bloqueos (schedule/serializabilidad).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https://www.postgresql.org/docs/18/transaction-iso.html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https://www.postgresql.org/docs/18/transaction-iso.html
https://dev.mysql.com/doc/refman/9.7/en/innodb-transaction-isolation-levels.html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https://www.postgresql.org/docs/18/transaction-iso.html
https://dev.mysql.com/doc/refman/9.7/en/innodb-transaction-isolation-levels.html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Curso fuente: Clase 5 - Transacciones y bloqueos (matriz de compatibilidad S/X).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Curso fuente: Clase 5 - Transacciones y bloqueos (protocolos basados en locks y serializabilidad).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21208"/>
            <a:ext cx="11173968" cy="0"/>
          </a:xfrm>
          <a:prstGeom prst="line">
            <a:avLst/>
          </a:prstGeom>
          <a:noFill/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5A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B5A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52728" y="24688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B8C"/>
                </a:solidFill>
              </a:rPr>
              <a:t>Unidad 5 · Conectividad, transacciones y concurrencia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A97"/>
                </a:solidFill>
              </a:rPr>
              <a:t>Sistemas de Gestión de Bases de Datos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686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Sistemas de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Gestión de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Bases de Datos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58368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67A3"/>
                </a:solidFill>
              </a:rPr>
              <a:t>Unidad 5 ·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246888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B5D"/>
                </a:solidFill>
              </a:rPr>
              <a:t>Conectividad,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123B5D"/>
                </a:solidFill>
              </a:rPr>
              <a:t>transacciones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123B5D"/>
                </a:solidFill>
              </a:rPr>
              <a:t>y concurrencia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41605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381"/>
                </a:solidFill>
              </a:rPr>
              <a:t>Del servidor compartido a la observación y control de accesos concurrentes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29400" y="4892040"/>
            <a:ext cx="749808" cy="438912"/>
          </a:xfrm>
          <a:prstGeom prst="roundRect">
            <a:avLst/>
          </a:prstGeom>
          <a:solidFill>
            <a:srgbClr val="E9F7F9"/>
          </a:solidFill>
          <a:ln w="127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6629400" y="502005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7A3"/>
                </a:solidFill>
              </a:rPr>
              <a:t>HOST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97496" y="49651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381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89520" y="4892040"/>
            <a:ext cx="749808" cy="438912"/>
          </a:xfrm>
          <a:prstGeom prst="roundRect">
            <a:avLst/>
          </a:prstGeom>
          <a:solidFill>
            <a:srgbClr val="E9F7F9"/>
          </a:solidFill>
          <a:ln w="127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7589520" y="502005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7A3"/>
                </a:solidFill>
              </a:rPr>
              <a:t>RED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57616" y="49651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381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49640" y="4892040"/>
            <a:ext cx="749808" cy="438912"/>
          </a:xfrm>
          <a:prstGeom prst="roundRect">
            <a:avLst/>
          </a:prstGeom>
          <a:solidFill>
            <a:srgbClr val="E9F7F9"/>
          </a:solidFill>
          <a:ln w="127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8549640" y="502005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7A3"/>
                </a:solidFill>
              </a:rPr>
              <a:t>VM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17736" y="49651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381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509760" y="4892040"/>
            <a:ext cx="749808" cy="438912"/>
          </a:xfrm>
          <a:prstGeom prst="roundRect">
            <a:avLst/>
          </a:prstGeom>
          <a:solidFill>
            <a:srgbClr val="E9F7F9"/>
          </a:solidFill>
          <a:ln w="127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9509760" y="502005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7A3"/>
                </a:solidFill>
              </a:rPr>
              <a:t>DB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77856" y="49651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381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469880" y="4892040"/>
            <a:ext cx="749808" cy="438912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F4A41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10469880" y="502005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6500"/>
                </a:solidFill>
              </a:rPr>
              <a:t>LOCK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Objetivo de la unidad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Qué debería poder diagnosticar y justificar al finalizar la clase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480060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822960" y="180136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Objetivo de aprendizaje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45262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Configurar y diagnosticar el acceso remoto a un SGBD, utilizar herramientas gráficas para observar su estructura y estado, y explicar el comportamiento de transacciones concurrentes mediante aislamiento, MVCC, locks y deadlocks.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06440" y="1691640"/>
            <a:ext cx="1691640" cy="1417320"/>
          </a:xfrm>
          <a:prstGeom prst="roundRect">
            <a:avLst>
              <a:gd name="adj" fmla="val 3226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blurRad="193548000" dist="80645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5943600" y="18013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Conectar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0" y="2130552"/>
            <a:ext cx="1417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A35"/>
                </a:solidFill>
              </a:rPr>
              <a:t>PC → red → VM → SGBD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26680" y="1691640"/>
            <a:ext cx="1691640" cy="1417320"/>
          </a:xfrm>
          <a:prstGeom prst="roundRect">
            <a:avLst>
              <a:gd name="adj" fmla="val 3226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7863840" y="18013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Observar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63840" y="2130552"/>
            <a:ext cx="1417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A35"/>
                </a:solidFill>
              </a:rPr>
              <a:t>objetos · sesiones · consumo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46920" y="1691640"/>
            <a:ext cx="1691640" cy="1417320"/>
          </a:xfrm>
          <a:prstGeom prst="roundRect">
            <a:avLst>
              <a:gd name="adj" fmla="val 3226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9784080" y="18013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Diagnosticar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784080" y="2130552"/>
            <a:ext cx="1417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A35"/>
                </a:solidFill>
              </a:rPr>
              <a:t>esperas · locks · deadlocks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06440" y="3383280"/>
            <a:ext cx="5532120" cy="1554480"/>
          </a:xfrm>
          <a:prstGeom prst="roundRect">
            <a:avLst>
              <a:gd name="adj" fmla="val 2941"/>
            </a:avLst>
          </a:prstGeom>
          <a:solidFill>
            <a:srgbClr val="EEF4F8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5943600" y="3493008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Idea central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0" y="3822192"/>
            <a:ext cx="52578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A35"/>
                </a:solidFill>
              </a:rPr>
              <a:t>Una base multiusuario no se administra mirando solo SQL: hay que comprender la ruta de conexión, el estado del motor y las interacciones entre sesiones.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61081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7A3"/>
                </a:solidFill>
              </a:rPr>
              <a:t>La clase conecta operación DBA, conectividad y concurrencia sobre motores reales.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Pregunta disparadora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Del acceso remoto al conflicto concurrente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10424160" cy="1234440"/>
          </a:xfrm>
          <a:prstGeom prst="roundRect">
            <a:avLst>
              <a:gd name="adj" fmla="val 3704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101498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3B5D"/>
                </a:solidFill>
              </a:rPr>
              <a:t>Dos </a:t>
            </a:r>
            <a:r>
              <a:rPr lang="en-US" sz="1800" dirty="0" err="1">
                <a:solidFill>
                  <a:srgbClr val="123B5D"/>
                </a:solidFill>
              </a:rPr>
              <a:t>usuarios</a:t>
            </a:r>
            <a:r>
              <a:rPr lang="en-US" sz="1800" dirty="0">
                <a:solidFill>
                  <a:srgbClr val="123B5D"/>
                </a:solidFill>
              </a:rPr>
              <a:t> </a:t>
            </a:r>
            <a:r>
              <a:rPr lang="en-US" sz="1800" dirty="0" err="1">
                <a:solidFill>
                  <a:srgbClr val="123B5D"/>
                </a:solidFill>
              </a:rPr>
              <a:t>modifican</a:t>
            </a:r>
            <a:r>
              <a:rPr lang="en-US" sz="1800" dirty="0">
                <a:solidFill>
                  <a:srgbClr val="123B5D"/>
                </a:solidFill>
              </a:rPr>
              <a:t> el mismo dato desde equipos distintos. ¿Qué decide quién espera, qué valor ve cada uno y qué transacción continúa?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310128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1005840" y="34198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749040"/>
            <a:ext cx="2057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2A35"/>
                </a:solidFill>
              </a:rPr>
              <a:t>¿Esto se </a:t>
            </a:r>
            <a:r>
              <a:rPr lang="en-US" sz="1150" dirty="0" err="1">
                <a:solidFill>
                  <a:srgbClr val="1D2A35"/>
                </a:solidFill>
              </a:rPr>
              <a:t>puede</a:t>
            </a:r>
            <a:r>
              <a:rPr lang="en-US" sz="1150" dirty="0">
                <a:solidFill>
                  <a:srgbClr val="1D2A35"/>
                </a:solidFill>
              </a:rPr>
              <a:t> </a:t>
            </a:r>
            <a:r>
              <a:rPr lang="en-US" sz="1150" dirty="0" err="1">
                <a:solidFill>
                  <a:srgbClr val="1D2A35"/>
                </a:solidFill>
              </a:rPr>
              <a:t>evitar</a:t>
            </a:r>
            <a:r>
              <a:rPr lang="en-US" sz="1150" dirty="0">
                <a:solidFill>
                  <a:srgbClr val="1D2A35"/>
                </a:solidFill>
              </a:rPr>
              <a:t> </a:t>
            </a:r>
            <a:r>
              <a:rPr lang="en-US" sz="1150" dirty="0" err="1">
                <a:solidFill>
                  <a:srgbClr val="1D2A35"/>
                </a:solidFill>
              </a:rPr>
              <a:t>en</a:t>
            </a:r>
            <a:r>
              <a:rPr lang="en-US" sz="1150" dirty="0">
                <a:solidFill>
                  <a:srgbClr val="1D2A35"/>
                </a:solidFill>
              </a:rPr>
              <a:t> un </a:t>
            </a:r>
            <a:r>
              <a:rPr lang="en-US" sz="1150" dirty="0" err="1">
                <a:solidFill>
                  <a:srgbClr val="1D2A35"/>
                </a:solidFill>
              </a:rPr>
              <a:t>sistema</a:t>
            </a:r>
            <a:r>
              <a:rPr lang="en-US" sz="1150" dirty="0">
                <a:solidFill>
                  <a:srgbClr val="1D2A35"/>
                </a:solidFill>
              </a:rPr>
              <a:t> </a:t>
            </a:r>
            <a:r>
              <a:rPr lang="en-US" sz="1150" dirty="0" err="1">
                <a:solidFill>
                  <a:srgbClr val="1D2A35"/>
                </a:solidFill>
              </a:rPr>
              <a:t>productivo</a:t>
            </a:r>
            <a:r>
              <a:rPr lang="en-US" sz="1150" dirty="0">
                <a:solidFill>
                  <a:srgbClr val="1D2A35"/>
                </a:solidFill>
              </a:rPr>
              <a:t>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3310128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3657600" y="34198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0" y="3749040"/>
            <a:ext cx="2057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2A35"/>
                </a:solidFill>
              </a:rPr>
              <a:t>¿Dónde empieza y termina la transacción?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310128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6309360" y="34198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3749040"/>
            <a:ext cx="2057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2A35"/>
                </a:solidFill>
              </a:rPr>
              <a:t>¿Qué versión de los datos puede leer cada sesión?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23960" y="3310128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8961120" y="34198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61120" y="3749040"/>
            <a:ext cx="2057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2A35"/>
                </a:solidFill>
              </a:rPr>
              <a:t>¿Cómo distinguimos lentitud de bloqueo?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61081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7A3"/>
                </a:solidFill>
              </a:rPr>
              <a:t>La respuesta combina red, sesión, transacción, aislamiento y control de concurrencia.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Mapa de la clase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Teoría breve + demostración + dos desafíos con evidencia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645920" cy="25146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777240" y="1892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1 · Servidor remoto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221992"/>
            <a:ext cx="137160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A35"/>
                </a:solidFill>
              </a:rPr>
              <a:t>red · listener · usuario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783080"/>
            <a:ext cx="1645920" cy="25146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2651760" y="1892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2 · Guardia DBA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51760" y="2221992"/>
            <a:ext cx="137160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A35"/>
                </a:solidFill>
              </a:rPr>
              <a:t>objetos · métricas · planes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1645920" cy="25146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4526280" y="1892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3 · Aplicación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2221992"/>
            <a:ext cx="137160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A35"/>
                </a:solidFill>
              </a:rPr>
              <a:t>driver · pool · sesión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1645920" cy="25146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6400800" y="1892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4 · Transacción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221992"/>
            <a:ext cx="137160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A35"/>
                </a:solidFill>
              </a:rPr>
              <a:t>autocommit · commit · rollback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783080"/>
            <a:ext cx="1645920" cy="2514600"/>
          </a:xfrm>
          <a:prstGeom prst="roundRect">
            <a:avLst>
              <a:gd name="adj" fmla="val 2778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8275320" y="1892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6500"/>
                </a:solidFill>
              </a:rPr>
              <a:t>5 · Concurrencia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75320" y="2221992"/>
            <a:ext cx="137160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A35"/>
                </a:solidFill>
              </a:rPr>
              <a:t>schedule · aislamiento · MVCC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12680" y="1783080"/>
            <a:ext cx="1645920" cy="2514600"/>
          </a:xfrm>
          <a:prstGeom prst="roundRect">
            <a:avLst>
              <a:gd name="adj" fmla="val 2778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10149840" y="1892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6500"/>
                </a:solidFill>
              </a:rPr>
              <a:t>6 · Bloqueos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149840" y="2221992"/>
            <a:ext cx="137160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A35"/>
                </a:solidFill>
              </a:rPr>
              <a:t>locks · espera · deadlock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61081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7A3"/>
                </a:solidFill>
              </a:rPr>
              <a:t>Eje didáctico: menos recetas; más evidencia reproducible y explicación técnica.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Del motor aislado al sistema cliente-servidor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La VM se transforma en un servidor compartido por el equipo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1031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Equipos del grupo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18288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pgAdmin / Workbench / </a:t>
            </a:r>
            <a:r>
              <a:rPr lang="en-US" dirty="0" err="1">
                <a:solidFill>
                  <a:srgbClr val="1D2A35"/>
                </a:solidFill>
              </a:rPr>
              <a:t>Dbeaver</a:t>
            </a:r>
            <a:r>
              <a:rPr lang="en-US" dirty="0">
                <a:solidFill>
                  <a:srgbClr val="1D2A35"/>
                </a:solidFill>
              </a:rPr>
              <a:t> /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aplicaciones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clientes SQL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94760" y="1828800"/>
            <a:ext cx="2103120" cy="1828800"/>
          </a:xfrm>
          <a:prstGeom prst="roundRect">
            <a:avLst>
              <a:gd name="adj" fmla="val 2500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9" name="Text 7"/>
          <p:cNvSpPr/>
          <p:nvPr/>
        </p:nvSpPr>
        <p:spPr>
          <a:xfrm>
            <a:off x="3931920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Red IP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2267712"/>
            <a:ext cx="18288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direccionamiento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ruta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firewall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858000" y="1828800"/>
            <a:ext cx="21031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12" name="Text 10"/>
          <p:cNvSpPr/>
          <p:nvPr/>
        </p:nvSpPr>
        <p:spPr>
          <a:xfrm>
            <a:off x="6995160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VM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2267712"/>
            <a:ext cx="18288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VirtualBox / Multipass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Ubuntu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servicio activo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738360" y="1828800"/>
            <a:ext cx="1645920" cy="1828800"/>
          </a:xfrm>
          <a:prstGeom prst="roundRect">
            <a:avLst>
              <a:gd name="adj" fmla="val 2778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15" name="Text 13"/>
          <p:cNvSpPr/>
          <p:nvPr/>
        </p:nvSpPr>
        <p:spPr>
          <a:xfrm>
            <a:off x="9875520" y="1938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SGBD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0" y="2267712"/>
            <a:ext cx="13716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listener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autenticación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base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63240" y="24871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B67A3"/>
                </a:solidFill>
              </a:rPr>
              <a:t>→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26480" y="24871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B67A3"/>
                </a:solidFill>
              </a:rPr>
              <a:t>→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62288" y="24871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B67A3"/>
                </a:solidFill>
              </a:rPr>
              <a:t>→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85800" y="53035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Una conexión remota es una ruta completa: cliente → red → puerto → motor → autenticación → base.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VirtualBox o Multipass: cambia la red, no el razonamiento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La topología concreta puede variar; el diagnóstico es el mismo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0749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VirtualBox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176272"/>
            <a:ext cx="48006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A35"/>
                </a:solidFill>
              </a:rPr>
              <a:t>NAT, puente o Host-Only cambian cómo se alcanza la VM. Según el modo puede requerirse redirección de puerto o una interfaz accesible desde otros equipos.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A35"/>
                </a:solidFill>
              </a:rPr>
              <a:t>Pregunta clave: ¿la IP y el puerto del SGBD son alcanzables desde otra PC?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0749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6400800" y="184708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5D"/>
                </a:solidFill>
              </a:rPr>
              <a:t>Multipass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0" y="2176272"/>
            <a:ext cx="48006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A35"/>
                </a:solidFill>
              </a:rPr>
              <a:t>La instancia obtiene una IP administrada por la plataforma. El grupo debe identificarla, verificar su alcance desde la red y distinguir conectividad de configuración del SGBD.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A35"/>
                </a:solidFill>
              </a:rPr>
              <a:t>Pregunta clave: ¿el problema está en la red o en el listener/autenticación?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52548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2000" b="1" u="sng" noProof="0" dirty="0">
                <a:solidFill>
                  <a:srgbClr val="0B67A3"/>
                </a:solidFill>
              </a:rPr>
              <a:t>Verificación clave</a:t>
            </a:r>
            <a:r>
              <a:rPr lang="es-AR" sz="2000" b="1" noProof="0" dirty="0">
                <a:solidFill>
                  <a:srgbClr val="0B67A3"/>
                </a:solidFill>
              </a:rPr>
              <a:t>: desde el servidor Ubuntu colocar el comando “</a:t>
            </a:r>
            <a:r>
              <a:rPr lang="es-AR" sz="2000" b="1" i="1" noProof="0" dirty="0" err="1">
                <a:solidFill>
                  <a:srgbClr val="0B67A3"/>
                </a:solidFill>
              </a:rPr>
              <a:t>ip</a:t>
            </a:r>
            <a:r>
              <a:rPr lang="es-AR" sz="2000" b="1" i="1" noProof="0" dirty="0">
                <a:solidFill>
                  <a:srgbClr val="0B67A3"/>
                </a:solidFill>
              </a:rPr>
              <a:t> </a:t>
            </a:r>
            <a:r>
              <a:rPr lang="es-AR" sz="2000" b="1" i="1" noProof="0" dirty="0" err="1">
                <a:solidFill>
                  <a:srgbClr val="0B67A3"/>
                </a:solidFill>
              </a:rPr>
              <a:t>addr</a:t>
            </a:r>
            <a:r>
              <a:rPr lang="es-AR" sz="2000" b="1" i="1" noProof="0" dirty="0">
                <a:solidFill>
                  <a:srgbClr val="0B67A3"/>
                </a:solidFill>
              </a:rPr>
              <a:t>” y corroborar que están en la misma red que el host. Si no hay que “rutear”</a:t>
            </a:r>
            <a:endParaRPr lang="es-AR" sz="2000" i="1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Checklist de conexión remota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Antes de culpar al cliente, recorrer la ruta completa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2148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VM encendida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474720" y="173736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3611880" y="18470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2176272"/>
            <a:ext cx="2148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Servicio activo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2" name="Text 10"/>
          <p:cNvSpPr/>
          <p:nvPr/>
        </p:nvSpPr>
        <p:spPr>
          <a:xfrm>
            <a:off x="6355080" y="18470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176272"/>
            <a:ext cx="2148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IP correcta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961120" y="173736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5" name="Text 13"/>
          <p:cNvSpPr/>
          <p:nvPr/>
        </p:nvSpPr>
        <p:spPr>
          <a:xfrm>
            <a:off x="9098280" y="18470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98280" y="2176272"/>
            <a:ext cx="2148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Puerto abierto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31520" y="306324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8" name="Text 16"/>
          <p:cNvSpPr/>
          <p:nvPr/>
        </p:nvSpPr>
        <p:spPr>
          <a:xfrm>
            <a:off x="868680" y="31729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502152"/>
            <a:ext cx="2148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Motor escucha externamente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474720" y="306324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21" name="Text 19"/>
          <p:cNvSpPr/>
          <p:nvPr/>
        </p:nvSpPr>
        <p:spPr>
          <a:xfrm>
            <a:off x="3611880" y="31729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11880" y="3502152"/>
            <a:ext cx="2148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Usuario remoto habilitado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217920" y="306324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24" name="Text 22"/>
          <p:cNvSpPr/>
          <p:nvPr/>
        </p:nvSpPr>
        <p:spPr>
          <a:xfrm>
            <a:off x="6355080" y="31729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5080" y="3502152"/>
            <a:ext cx="2148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Base existe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961120" y="306324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27" name="Text 25"/>
          <p:cNvSpPr/>
          <p:nvPr/>
        </p:nvSpPr>
        <p:spPr>
          <a:xfrm>
            <a:off x="9098280" y="31729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98280" y="3502152"/>
            <a:ext cx="2148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Cliente apunta al destino correcto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800" y="5382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7A3"/>
                </a:solidFill>
              </a:rPr>
              <a:t>La Actividad 1 exige que todos los integrantes conecten desde equipos distintos al mismo servidor.</a:t>
            </a:r>
            <a:endParaRPr lang="en-US" sz="2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Clientes administrativos: una ventana al motor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pgAdmin y MySQL Workbench se usan para observar, no solo para ejecutar SQL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2461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Objetos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297180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Bases/esquemas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tablas · vistas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índices · constraints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funciones · triggers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246120" cy="3200400"/>
          </a:xfrm>
          <a:prstGeom prst="roundRect">
            <a:avLst>
              <a:gd name="adj" fmla="val 1429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9" name="Text 7"/>
          <p:cNvSpPr/>
          <p:nvPr/>
        </p:nvSpPr>
        <p:spPr>
          <a:xfrm>
            <a:off x="443484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Operación DBA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4840" y="2176272"/>
            <a:ext cx="297180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sesiones/conexiones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actividad del servidor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usuarios/roles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mantenimiento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mensajes y diagnóstico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2461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12" name="Text 10"/>
          <p:cNvSpPr/>
          <p:nvPr/>
        </p:nvSpPr>
        <p:spPr>
          <a:xfrm>
            <a:off x="800100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Rendimiento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01000" y="2176272"/>
            <a:ext cx="297180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planes de ejecución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estadísticas disponibles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tamaño de tablas/índices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indicadores de carga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consultas activas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55778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7A3"/>
                </a:solidFill>
              </a:rPr>
              <a:t>La interfaz es una herramienta de observación; la evidencia sigue estando en el SGBD.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Ingeniería inversa de una base existente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Leer una implementación antes de modificarla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15468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6" name="Text 4"/>
          <p:cNvSpPr/>
          <p:nvPr/>
        </p:nvSpPr>
        <p:spPr>
          <a:xfrm>
            <a:off x="960120" y="193852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Forward engineering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267712"/>
            <a:ext cx="28803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Modelo lógico/físico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→ DDL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→ base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26280" y="1828800"/>
            <a:ext cx="3154680" cy="2240280"/>
          </a:xfrm>
          <a:prstGeom prst="roundRect">
            <a:avLst>
              <a:gd name="adj" fmla="val 2041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9" name="Text 7"/>
          <p:cNvSpPr/>
          <p:nvPr/>
        </p:nvSpPr>
        <p:spPr>
          <a:xfrm>
            <a:off x="4663440" y="193852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Reverse engineering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267712"/>
            <a:ext cx="28803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Base existente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→ metadatos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→ representación del modelo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0" y="1828800"/>
            <a:ext cx="3154680" cy="2240280"/>
          </a:xfrm>
          <a:prstGeom prst="roundRect">
            <a:avLst>
              <a:gd name="adj" fmla="val 2041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12" name="Text 10"/>
          <p:cNvSpPr/>
          <p:nvPr/>
        </p:nvSpPr>
        <p:spPr>
          <a:xfrm>
            <a:off x="8366760" y="193852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500"/>
                </a:solidFill>
              </a:rPr>
              <a:t>Límite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66760" y="2267712"/>
            <a:ext cx="28803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La herramienta reconstruye la implementación actual; no recupera automáticamente la intención original del diseño.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8660" y="5449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7A3"/>
                </a:solidFill>
              </a:rPr>
              <a:t>El modelo reconstruido debe contrastarse con PK, FK, constraints, índices y objetos reales.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Primera guardia DBA desde la interfaz gráfica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¿Qué revisar antes de declarar que “la base está bien”?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Sesiones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76272"/>
            <a:ext cx="31089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quién está conectado · origen · estado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53128" y="173736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4590288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Actividad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90288" y="2176272"/>
            <a:ext cx="31089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qué consultas o tareas están ejecutándose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220456" y="173736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2" name="Text 10"/>
          <p:cNvSpPr/>
          <p:nvPr/>
        </p:nvSpPr>
        <p:spPr>
          <a:xfrm>
            <a:off x="8357616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Consumo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57616" y="2176272"/>
            <a:ext cx="31089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métricas de carga disponibles en la herramienta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5" name="Text 13"/>
          <p:cNvSpPr/>
          <p:nvPr/>
        </p:nvSpPr>
        <p:spPr>
          <a:xfrm>
            <a:off x="822960" y="36758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Espacio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005072"/>
            <a:ext cx="31089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bases · tablas · índices con mayor tamaño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453128" y="356616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8" name="Text 16"/>
          <p:cNvSpPr/>
          <p:nvPr/>
        </p:nvSpPr>
        <p:spPr>
          <a:xfrm>
            <a:off x="4590288" y="36758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Plan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90288" y="4005072"/>
            <a:ext cx="31089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cómo accede una consulta y cuánto trabajo estima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220456" y="356616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21" name="Text 19"/>
          <p:cNvSpPr/>
          <p:nvPr/>
        </p:nvSpPr>
        <p:spPr>
          <a:xfrm>
            <a:off x="8357616" y="36758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Mantenimiento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57616" y="4005072"/>
            <a:ext cx="31089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operaciones disponibles y cuándo serían apropiadas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5800" y="558823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67A3"/>
                </a:solidFill>
              </a:rPr>
              <a:t>Actividad 1: no alcanza con capturas; cada hallazgo debe responder “qué muestra y para qué le sirve al DBA”.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Del cliente gráfico a la aplicación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Una aplicación también es un cliente del motor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9202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Aplicación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1645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lógica de negocio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33472" y="240487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67A3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953512" y="1920240"/>
            <a:ext cx="19202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0" name="Text 8"/>
          <p:cNvSpPr/>
          <p:nvPr/>
        </p:nvSpPr>
        <p:spPr>
          <a:xfrm>
            <a:off x="3090672" y="2029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Driver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90672" y="2359152"/>
            <a:ext cx="1645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protocolo del motor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1184" y="240487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67A3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221224" y="1920240"/>
            <a:ext cx="1920240" cy="1463040"/>
          </a:xfrm>
          <a:prstGeom prst="roundRect">
            <a:avLst>
              <a:gd name="adj" fmla="val 3125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4" name="Text 12"/>
          <p:cNvSpPr/>
          <p:nvPr/>
        </p:nvSpPr>
        <p:spPr>
          <a:xfrm>
            <a:off x="5358384" y="2029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Conexión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58384" y="2359152"/>
            <a:ext cx="1645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sesión autenticada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68896" y="240487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67A3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7488936" y="1920240"/>
            <a:ext cx="19202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8" name="Text 16"/>
          <p:cNvSpPr/>
          <p:nvPr/>
        </p:nvSpPr>
        <p:spPr>
          <a:xfrm>
            <a:off x="7626096" y="2029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SQL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6096" y="2359152"/>
            <a:ext cx="1645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transacción y consultas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436608" y="240487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67A3"/>
                </a:solidFill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9756648" y="1920240"/>
            <a:ext cx="19202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22" name="Text 20"/>
          <p:cNvSpPr/>
          <p:nvPr/>
        </p:nvSpPr>
        <p:spPr>
          <a:xfrm>
            <a:off x="9893808" y="2029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SGBD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93808" y="2359152"/>
            <a:ext cx="1645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ejecución, locks, logs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8808" y="5431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La misma concurrencia aparece desde Workbench/pgAdmin, JDBC, ODBC, .NET o un ORM.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Cadena de conexión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Un texto pequeño concentra muchas decisiones operativas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93776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000"/>
          </a:p>
        </p:txBody>
      </p:sp>
      <p:sp>
        <p:nvSpPr>
          <p:cNvPr id="6" name="Text 4"/>
          <p:cNvSpPr/>
          <p:nvPr/>
        </p:nvSpPr>
        <p:spPr>
          <a:xfrm>
            <a:off x="960120" y="18928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B5D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221992"/>
            <a:ext cx="46634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postgresql://usuario:clave@servidor:5432/base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host · port · database · user · password · ssl · timeout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493776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000"/>
          </a:p>
        </p:txBody>
      </p:sp>
      <p:sp>
        <p:nvSpPr>
          <p:cNvPr id="9" name="Text 7"/>
          <p:cNvSpPr/>
          <p:nvPr/>
        </p:nvSpPr>
        <p:spPr>
          <a:xfrm>
            <a:off x="6400800" y="18928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B5D"/>
                </a:solidFill>
              </a:rPr>
              <a:t>MySQL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221992"/>
            <a:ext cx="46634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mysql://usuario:clave@servidor:3306/base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host · port · database · user · password · ssl · timeout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251960"/>
            <a:ext cx="10378440" cy="914400"/>
          </a:xfrm>
          <a:prstGeom prst="roundRect">
            <a:avLst>
              <a:gd name="adj" fmla="val 5000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400"/>
          </a:p>
        </p:txBody>
      </p:sp>
      <p:sp>
        <p:nvSpPr>
          <p:cNvPr id="12" name="Text 10"/>
          <p:cNvSpPr/>
          <p:nvPr/>
        </p:nvSpPr>
        <p:spPr>
          <a:xfrm>
            <a:off x="960120" y="4361688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6500"/>
                </a:solidFill>
              </a:rPr>
              <a:t>Buena práctica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690872"/>
            <a:ext cx="101041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No publicar credenciales en entregas ni capturas. Separar configuración, secretos y código.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572414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Una cadena incorrecta puede simular un problema de red, autenticación o base inexistente.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Sesiones y connection pooling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Cada conexión consume recursos y mantiene estado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24612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Sin pool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297180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Abrir una conexión por operación agrega latencia y puede producir demasiadas sesiones simultáneas.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246120" cy="3154680"/>
          </a:xfrm>
          <a:prstGeom prst="roundRect">
            <a:avLst>
              <a:gd name="adj" fmla="val 1449"/>
            </a:avLst>
          </a:prstGeom>
          <a:solidFill>
            <a:srgbClr val="EAF6E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9" name="Text 7"/>
          <p:cNvSpPr/>
          <p:nvPr/>
        </p:nvSpPr>
        <p:spPr>
          <a:xfrm>
            <a:off x="448056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8B5A"/>
                </a:solidFill>
              </a:rPr>
              <a:t>Con pool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176272"/>
            <a:ext cx="297180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Se reutiliza un conjunto controlado de conexiones. La aplicación solicita una, la usa y la devuelve.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55280" y="1737360"/>
            <a:ext cx="3246120" cy="3154680"/>
          </a:xfrm>
          <a:prstGeom prst="roundRect">
            <a:avLst>
              <a:gd name="adj" fmla="val 1449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12" name="Text 10"/>
          <p:cNvSpPr/>
          <p:nvPr/>
        </p:nvSpPr>
        <p:spPr>
          <a:xfrm>
            <a:off x="809244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500"/>
                </a:solidFill>
              </a:rPr>
              <a:t>Riesgo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92440" y="2176272"/>
            <a:ext cx="297180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Una conexión devuelta al pool puede conservar contexto de sesión si la aplicación no administra correctamente transacciones y estado.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5800" y="5449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7A3"/>
                </a:solidFill>
              </a:rPr>
              <a:t>El pool resuelve gestión de conexiones; no resuelve por sí solo concurrencia ni locks.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Dónde empieza y termina una transacción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Autocommit, BEGIN, COMMIT, ROLLBACK y SAVEPOINT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3383280" cy="1508760"/>
          </a:xfrm>
          <a:prstGeom prst="roundRect">
            <a:avLst>
              <a:gd name="adj" fmla="val 3030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850392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500"/>
                </a:solidFill>
              </a:rPr>
              <a:t>Autocommit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2176272"/>
            <a:ext cx="3108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cada sentencia puede cerrarse automáticamente según cliente/configuración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43984" y="1737360"/>
            <a:ext cx="338328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4581144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BEGIN / START TRANSACTION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81144" y="2176272"/>
            <a:ext cx="3108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abre un bloque transaccional explícito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174736" y="1737360"/>
            <a:ext cx="338328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2" name="Text 10"/>
          <p:cNvSpPr/>
          <p:nvPr/>
        </p:nvSpPr>
        <p:spPr>
          <a:xfrm>
            <a:off x="8311896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COMMIT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1896" y="2176272"/>
            <a:ext cx="3108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confirma los cambios de la transacción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13232" y="3703320"/>
            <a:ext cx="52578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5" name="Text 13"/>
          <p:cNvSpPr/>
          <p:nvPr/>
        </p:nvSpPr>
        <p:spPr>
          <a:xfrm>
            <a:off x="850392" y="381304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ROLLBACK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" y="4142232"/>
            <a:ext cx="49834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revierte cambios no confirmados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36792" y="3703320"/>
            <a:ext cx="52578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8" name="Text 16"/>
          <p:cNvSpPr/>
          <p:nvPr/>
        </p:nvSpPr>
        <p:spPr>
          <a:xfrm>
            <a:off x="6473952" y="381304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SAVEPOINT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3952" y="4142232"/>
            <a:ext cx="49834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permite volver a un punto intermedio sin descartar todo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1040" y="572414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En el laboratorio usamos transacciones explícitas para que la espera y el bloqueo sean observables.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Transacciones en dos sesiones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El problema aparece cuando el tiempo importa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48006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6" name="Text 4"/>
          <p:cNvSpPr/>
          <p:nvPr/>
        </p:nvSpPr>
        <p:spPr>
          <a:xfrm>
            <a:off x="914400" y="18928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Sesión 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21992"/>
            <a:ext cx="452628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BEGIN;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UPDATE cuenta SET saldo = saldo - 100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WHERE cuenta_id = 1;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-- NO confirmar todavía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0" y="1783080"/>
            <a:ext cx="4800600" cy="2926080"/>
          </a:xfrm>
          <a:prstGeom prst="roundRect">
            <a:avLst>
              <a:gd name="adj" fmla="val 1563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9" name="Text 7"/>
          <p:cNvSpPr/>
          <p:nvPr/>
        </p:nvSpPr>
        <p:spPr>
          <a:xfrm>
            <a:off x="6720840" y="18928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Sesión 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2221992"/>
            <a:ext cx="452628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BEGIN;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UPDATE cuenta SET saldo = saldo + 50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WHERE cuenta_id = 1;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-- ¿termina o espera?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715000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B67A3"/>
                </a:solidFill>
              </a:rPr>
              <a:t>→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85800" y="55443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Una consulta que no termina puede estar esperando un lock, no necesariamente “lenta”.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ACID visto desde el laboratorio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Ya no es una definición: es comportamiento observable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423160" cy="24688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A · Atomicidad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COMMIT / ROLLBACK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423160" cy="24688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9" name="Text 7"/>
          <p:cNvSpPr/>
          <p:nvPr/>
        </p:nvSpPr>
        <p:spPr>
          <a:xfrm>
            <a:off x="3657600" y="1938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C · Consistencia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5760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constraints + reglas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2423160" cy="2468880"/>
          </a:xfrm>
          <a:prstGeom prst="roundRect">
            <a:avLst>
              <a:gd name="adj" fmla="val 1887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2" name="Text 10"/>
          <p:cNvSpPr/>
          <p:nvPr/>
        </p:nvSpPr>
        <p:spPr>
          <a:xfrm>
            <a:off x="6400800" y="1938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I · Aislamiento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qué ve cada sesión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006840" y="1828800"/>
            <a:ext cx="2423160" cy="24688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5" name="Text 13"/>
          <p:cNvSpPr/>
          <p:nvPr/>
        </p:nvSpPr>
        <p:spPr>
          <a:xfrm>
            <a:off x="9144000" y="1938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D · Durabilidad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4400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lo confirmado sobrevive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5279853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7A3"/>
                </a:solidFill>
              </a:rPr>
              <a:t>En U5 el foco está en la I: aislamiento, concurrencia y locks.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Schedule: el orden real de operaciones concurrentes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Las transacciones llegan juntas; el motor intercala sus acciones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324612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914400" y="18928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Ejecución serial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21992"/>
            <a:ext cx="297180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T1 completa todas sus operaciones y luego T2.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Fácil de razonar, pero desaprovecha concurrencia.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246120" cy="3063240"/>
          </a:xfrm>
          <a:prstGeom prst="roundRect">
            <a:avLst>
              <a:gd name="adj" fmla="val 1493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4572000" y="18928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Ejecución intercalada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221992"/>
            <a:ext cx="297180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R/W de T1 y T2 se mezclan en el tiempo.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Es lo habitual en un SGBD multiusuario.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92440" y="1783080"/>
            <a:ext cx="3246120" cy="3063240"/>
          </a:xfrm>
          <a:prstGeom prst="roundRect">
            <a:avLst>
              <a:gd name="adj" fmla="val 1493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2" name="Text 10"/>
          <p:cNvSpPr/>
          <p:nvPr/>
        </p:nvSpPr>
        <p:spPr>
          <a:xfrm>
            <a:off x="8229600" y="18928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500"/>
                </a:solidFill>
              </a:rPr>
              <a:t>Serializable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2221992"/>
            <a:ext cx="297180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Un schedule es correcto si su efecto equivale a algún orden serial permitido, aunque las operaciones reales hayan estado intercaladas.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55778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Los mecanismos de concurrencia buscan preservar resultados correctos sin ejecutar todo en serie.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17</a:t>
            </a:fld>
            <a:endParaRPr lang="en-US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0A5E026-1AED-20BE-092B-DF9BE2E4A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0294"/>
            <a:ext cx="12192000" cy="5737412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Qué puede salir mal con concurrencia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Los niveles de aislamiento limitan diferentes fenómenos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338328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6" name="Text 4"/>
          <p:cNvSpPr/>
          <p:nvPr/>
        </p:nvSpPr>
        <p:spPr>
          <a:xfrm>
            <a:off x="795528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Dirty read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5528" y="2176272"/>
            <a:ext cx="310896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leer datos no confirmados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25696" y="1737360"/>
            <a:ext cx="338328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9" name="Text 7"/>
          <p:cNvSpPr/>
          <p:nvPr/>
        </p:nvSpPr>
        <p:spPr>
          <a:xfrm>
            <a:off x="4562856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Non-repeatable read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62856" y="2176272"/>
            <a:ext cx="310896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la misma fila cambia entre lecturas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93024" y="1737360"/>
            <a:ext cx="338328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2" name="Text 10"/>
          <p:cNvSpPr/>
          <p:nvPr/>
        </p:nvSpPr>
        <p:spPr>
          <a:xfrm>
            <a:off x="8330184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Phantom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30184" y="2176272"/>
            <a:ext cx="310896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el conjunto de filas cambia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3749040"/>
            <a:ext cx="530352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5" name="Text 13"/>
          <p:cNvSpPr/>
          <p:nvPr/>
        </p:nvSpPr>
        <p:spPr>
          <a:xfrm>
            <a:off x="795528" y="38587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Lost update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5528" y="4187952"/>
            <a:ext cx="502920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un cambio lógico termina sobrescrito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27648" y="3749040"/>
            <a:ext cx="5303520" cy="1536192"/>
          </a:xfrm>
          <a:prstGeom prst="roundRect">
            <a:avLst>
              <a:gd name="adj" fmla="val 2976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8" name="Text 16"/>
          <p:cNvSpPr/>
          <p:nvPr/>
        </p:nvSpPr>
        <p:spPr>
          <a:xfrm>
            <a:off x="6464808" y="38587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6500"/>
                </a:solidFill>
              </a:rPr>
              <a:t>Serialization anomaly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64808" y="4187952"/>
            <a:ext cx="502920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el resultado no equivale a ningún orden serial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4088" y="57607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No todos los motores implementan exactamente los mismos fenómenos de la misma manera.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18</a:t>
            </a:fld>
            <a:endParaRPr lang="en-US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D10CDEA-6D14-2570-7570-1BE3BF9F9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85" y="0"/>
            <a:ext cx="11103429" cy="68580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Niveles de aislamiento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El estándar define garantías; cada motor las implementa con sus propios mecanismos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2468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READ UNCOMMITTED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76272"/>
            <a:ext cx="21945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garantía mínima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474720" y="1737360"/>
            <a:ext cx="2468880" cy="2148840"/>
          </a:xfrm>
          <a:prstGeom prst="roundRect">
            <a:avLst>
              <a:gd name="adj" fmla="val 2128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3611880" y="1847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READ COMMITTED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2176272"/>
            <a:ext cx="21945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cada sentencia ve un snapshot confirmado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2468880" cy="2148840"/>
          </a:xfrm>
          <a:prstGeom prst="roundRect">
            <a:avLst>
              <a:gd name="adj" fmla="val 2128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2" name="Text 10"/>
          <p:cNvSpPr/>
          <p:nvPr/>
        </p:nvSpPr>
        <p:spPr>
          <a:xfrm>
            <a:off x="6400800" y="1847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500"/>
                </a:solidFill>
              </a:rPr>
              <a:t>REPEATABLE READ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176272"/>
            <a:ext cx="21945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lecturas consistentes dentro de la transacción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052560" y="1737360"/>
            <a:ext cx="2468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5" name="Text 13"/>
          <p:cNvSpPr/>
          <p:nvPr/>
        </p:nvSpPr>
        <p:spPr>
          <a:xfrm>
            <a:off x="9189720" y="1847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SERIALIZABLE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89720" y="2176272"/>
            <a:ext cx="21945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efecto equivalente a ejecución serial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8" name="Text 16"/>
          <p:cNvSpPr/>
          <p:nvPr/>
        </p:nvSpPr>
        <p:spPr>
          <a:xfrm>
            <a:off x="960120" y="436168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PostgreSQL 18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690872"/>
            <a:ext cx="4800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Default: READ COMMITTED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63640" y="4251960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21" name="Text 19"/>
          <p:cNvSpPr/>
          <p:nvPr/>
        </p:nvSpPr>
        <p:spPr>
          <a:xfrm>
            <a:off x="6400800" y="436168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500"/>
                </a:solidFill>
              </a:rPr>
              <a:t>MySQL 9.7 / InnoDB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690872"/>
            <a:ext cx="4800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Default: REPEATABLE READ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5800" y="58521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El Experimento 2 comienza consultando el aislamiento real; no se asume.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19</a:t>
            </a:fld>
            <a:endParaRPr lang="en-US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08C1B00C-4EEF-55CE-B797-A96F02D75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941"/>
            <a:ext cx="12192000" cy="5558118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Experimento 2: dos lecturas, una actualización confirmada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La diferencia entre motores se vuelve observable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484632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6" name="Text 4"/>
          <p:cNvSpPr/>
          <p:nvPr/>
        </p:nvSpPr>
        <p:spPr>
          <a:xfrm>
            <a:off x="914400" y="18928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Secuencia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21992"/>
            <a:ext cx="457200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A: BEGIN + SELECT saldo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B: UPDATE saldo + COMMIT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A: SELECT saldo otra vez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Pregunta: ¿A ve el cambio de B en la segunda lectura?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2514600" cy="3063240"/>
          </a:xfrm>
          <a:prstGeom prst="roundRect">
            <a:avLst>
              <a:gd name="adj" fmla="val 1818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9" name="Text 7"/>
          <p:cNvSpPr/>
          <p:nvPr/>
        </p:nvSpPr>
        <p:spPr>
          <a:xfrm>
            <a:off x="6309360" y="189280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221992"/>
            <a:ext cx="224028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Con READ COMMITTED, dos SELECT sucesivos pueden observar snapshots distintos si B confirma entre ambos.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915400" y="1783080"/>
            <a:ext cx="2514600" cy="3063240"/>
          </a:xfrm>
          <a:prstGeom prst="roundRect">
            <a:avLst>
              <a:gd name="adj" fmla="val 1818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12" name="Text 10"/>
          <p:cNvSpPr/>
          <p:nvPr/>
        </p:nvSpPr>
        <p:spPr>
          <a:xfrm>
            <a:off x="9052560" y="189280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500"/>
                </a:solidFill>
              </a:rPr>
              <a:t>MySQL / InnoDB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52560" y="2221992"/>
            <a:ext cx="224028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Con REPEATABLE READ, las lecturas consistentes reutilizan el snapshot establecido por la primera lectura.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5800" y="572414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El objetivo no es memorizar defaults: es relacionar configuración con evidencia observada.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MVCC (Control de </a:t>
            </a:r>
            <a:r>
              <a:rPr lang="en-US" sz="2400" b="1" dirty="0" err="1">
                <a:solidFill>
                  <a:srgbClr val="123B5D"/>
                </a:solidFill>
              </a:rPr>
              <a:t>Concurrencia</a:t>
            </a:r>
            <a:r>
              <a:rPr lang="en-US" sz="2400" b="1" dirty="0">
                <a:solidFill>
                  <a:srgbClr val="123B5D"/>
                </a:solidFill>
              </a:rPr>
              <a:t> </a:t>
            </a:r>
            <a:r>
              <a:rPr lang="en-US" sz="2400" b="1" dirty="0" err="1">
                <a:solidFill>
                  <a:srgbClr val="123B5D"/>
                </a:solidFill>
              </a:rPr>
              <a:t>MultiVersion</a:t>
            </a:r>
            <a:r>
              <a:rPr lang="en-US" sz="2400" b="1" dirty="0">
                <a:solidFill>
                  <a:srgbClr val="123B5D"/>
                </a:solidFill>
              </a:rPr>
              <a:t>) y locks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Leer y escribir no siempre compiten del mismo modo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93776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MVCC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176272"/>
            <a:ext cx="46634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Mantiene versiones/snapshots para permitir lecturas consistentes mientras existen cambios concurrentes. Muchas lecturas normales no necesitan bloquear a escritores.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4937760" cy="3246120"/>
          </a:xfrm>
          <a:prstGeom prst="roundRect">
            <a:avLst>
              <a:gd name="adj" fmla="val 1408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6400800" y="18470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500"/>
                </a:solidFill>
              </a:rPr>
              <a:t>Locks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76272"/>
            <a:ext cx="46634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Siguen siendo necesarios para proteger modificaciones y operaciones que requieren exclusión. Dos UPDATE sobre la misma fila pueden entrar en espera.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5639851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7A3"/>
                </a:solidFill>
              </a:rPr>
              <a:t>MVCC reduce conflictos de lectura; no elimina los locks de escritura.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Locks compartidos y exclusivos: compatibilidad conceptual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Un lock se concede solo si es compatible con los ya otorgados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3749040" cy="3337560"/>
          </a:xfrm>
          <a:prstGeom prst="roundRect">
            <a:avLst>
              <a:gd name="adj" fmla="val 1370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Compartido (S)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176272"/>
            <a:ext cx="34747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Varias transacciones pueden mantener un lock compatible de lectura sobre el mismo recurso, según operación y motor.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892040" y="1737360"/>
            <a:ext cx="3749040" cy="3337560"/>
          </a:xfrm>
          <a:prstGeom prst="roundRect">
            <a:avLst>
              <a:gd name="adj" fmla="val 1370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5029200" y="1847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500"/>
                </a:solidFill>
              </a:rPr>
              <a:t>Exclusivo (X)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176272"/>
            <a:ext cx="34747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Una modificación requiere exclusividad sobre el recurso afectado; un lock incompatible obliga a esperar.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961120" y="1737360"/>
            <a:ext cx="2240280" cy="3337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2" name="Text 10"/>
          <p:cNvSpPr/>
          <p:nvPr/>
        </p:nvSpPr>
        <p:spPr>
          <a:xfrm>
            <a:off x="9098280" y="184708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Matriz conceptual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98280" y="2176272"/>
            <a:ext cx="196596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D2A35"/>
                </a:solidFill>
              </a:rPr>
              <a:t>S + S  ✓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D2A35"/>
                </a:solidFill>
              </a:rPr>
              <a:t>S + X  ✕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D2A35"/>
                </a:solidFill>
              </a:rPr>
              <a:t>X + S  ✕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D2A35"/>
                </a:solidFill>
              </a:rPr>
              <a:t>X + X  ✕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1856" y="5718407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Es un modelo conceptual: MySQL y PostgreSQL poseen modos y detalles de lock adicionales.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Granularidad y duración del bloqueo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Qué se bloquea y durante cuánto tiempo cambia el impacto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2423160" cy="283464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6" name="Text 4"/>
          <p:cNvSpPr/>
          <p:nvPr/>
        </p:nvSpPr>
        <p:spPr>
          <a:xfrm>
            <a:off x="868680" y="18928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Fila / registro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8680" y="2221992"/>
            <a:ext cx="21488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conflicto fino; permite más concurrencia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0" y="1783080"/>
            <a:ext cx="2423160" cy="283464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9" name="Text 7"/>
          <p:cNvSpPr/>
          <p:nvPr/>
        </p:nvSpPr>
        <p:spPr>
          <a:xfrm>
            <a:off x="3611880" y="18928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Rango / gap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2221992"/>
            <a:ext cx="21488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puede proteger un conjunto y afectar inserciones según motor/aislamiento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2423160" cy="283464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2" name="Text 10"/>
          <p:cNvSpPr/>
          <p:nvPr/>
        </p:nvSpPr>
        <p:spPr>
          <a:xfrm>
            <a:off x="6355080" y="18928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Tabla / objeto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5080" y="2221992"/>
            <a:ext cx="21488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impacto amplio; útil en operaciones específicas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961120" y="1783080"/>
            <a:ext cx="2423160" cy="2834640"/>
          </a:xfrm>
          <a:prstGeom prst="roundRect">
            <a:avLst>
              <a:gd name="adj" fmla="val 1887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5" name="Text 13"/>
          <p:cNvSpPr/>
          <p:nvPr/>
        </p:nvSpPr>
        <p:spPr>
          <a:xfrm>
            <a:off x="9098280" y="18928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6500"/>
                </a:solidFill>
              </a:rPr>
              <a:t>Duración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098280" y="2221992"/>
            <a:ext cx="21488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una transacción larga retiene recursos y amplía la ventana de conflicto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" y="5431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67A3"/>
                </a:solidFill>
              </a:rPr>
              <a:t>Una consulta eficiente también puede reducir el tiempo y la cantidad de recursos afectados por una operación.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Por qué “poner locks” no alcanza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Los DBMS aplican reglas para adquirir y liberar bloqueos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3246120" cy="329184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91440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Problema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76272"/>
            <a:ext cx="297180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Si cada transacción toma y libera locks sin reglas, todavía pueden aparecer schedules incorrectos.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246120" cy="3291840"/>
          </a:xfrm>
          <a:prstGeom prst="roundRect">
            <a:avLst>
              <a:gd name="adj" fmla="val 1408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457200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Idea de protocolo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176272"/>
            <a:ext cx="297180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Protocolos como Two-Phase Locking organizan adquisición y liberación para obtener propiedades de serializabilidad.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92440" y="1737360"/>
            <a:ext cx="3246120" cy="3291840"/>
          </a:xfrm>
          <a:prstGeom prst="roundRect">
            <a:avLst>
              <a:gd name="adj" fmla="val 1408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2" name="Text 10"/>
          <p:cNvSpPr/>
          <p:nvPr/>
        </p:nvSpPr>
        <p:spPr>
          <a:xfrm>
            <a:off x="822960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500"/>
                </a:solidFill>
              </a:rPr>
              <a:t>En motores modernos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2176272"/>
            <a:ext cx="297180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La implementación real combina MVCC, locks y reglas internas. En esta unidad usamos 2PL como modelo conceptual, no como receta de configuración.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56915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Lo importante para el DBA es interpretar espera, bloqueo y orden de acceso a recursos.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24</a:t>
            </a:fld>
            <a:endParaRPr 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D5086A0-B721-E7E1-24A7-619B08AA7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0647"/>
            <a:ext cx="12192000" cy="5916706"/>
          </a:xfrm>
          <a:prstGeom prst="rect">
            <a:avLst/>
          </a:prstGeom>
          <a:solidFill>
            <a:srgbClr val="F5F8FB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Locks visibles: observar antes de resolver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El DBA diagnostica con evidencia del motor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93776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176272"/>
            <a:ext cx="4663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pg_stat_activity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pg_locks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pg_blocking_pids(pid)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Preguntas: ¿</a:t>
            </a:r>
            <a:r>
              <a:rPr lang="en-US" sz="2000" dirty="0" err="1">
                <a:solidFill>
                  <a:srgbClr val="1D2A35"/>
                </a:solidFill>
              </a:rPr>
              <a:t>qué</a:t>
            </a:r>
            <a:r>
              <a:rPr lang="en-US" sz="2000" dirty="0">
                <a:solidFill>
                  <a:srgbClr val="1D2A35"/>
                </a:solidFill>
              </a:rPr>
              <a:t> </a:t>
            </a:r>
            <a:r>
              <a:rPr lang="en-US" sz="2000" dirty="0" err="1">
                <a:solidFill>
                  <a:srgbClr val="1D2A35"/>
                </a:solidFill>
              </a:rPr>
              <a:t>proceso</a:t>
            </a:r>
            <a:r>
              <a:rPr lang="en-US" sz="2000" dirty="0">
                <a:solidFill>
                  <a:srgbClr val="1D2A35"/>
                </a:solidFill>
              </a:rPr>
              <a:t> espera? ¿quién lo bloquea? ¿qué consulta está involucrada?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4937760" cy="3291840"/>
          </a:xfrm>
          <a:prstGeom prst="roundRect">
            <a:avLst>
              <a:gd name="adj" fmla="val 1389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9" name="Text 7"/>
          <p:cNvSpPr/>
          <p:nvPr/>
        </p:nvSpPr>
        <p:spPr>
          <a:xfrm>
            <a:off x="6400800" y="18470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MySQL / InnoDB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176272"/>
            <a:ext cx="4663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SHOW PROCESSLIST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performance_schema.data_locks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performance_schema.data_lock_waits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SHOW ENGINE INNODB STATUS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A35"/>
                </a:solidFill>
              </a:rPr>
              <a:t>Preguntas: ¿qué thread espera? ¿qué lock retiene el bloqueante?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" y="55778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7A3"/>
                </a:solidFill>
              </a:rPr>
              <a:t>La pregunta técnica es la misma; cambian las vistas y comandos de diagnóstico.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Cuando una consulta no termina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Distinguir performance de bloqueo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423160" cy="24688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Síntoma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la sentencia sigue ejecutando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423160" cy="24688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9" name="Text 7"/>
          <p:cNvSpPr/>
          <p:nvPr/>
        </p:nvSpPr>
        <p:spPr>
          <a:xfrm>
            <a:off x="3657600" y="1938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Hipótesis 1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5760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plan lento o demasiado trabajo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2423160" cy="2468880"/>
          </a:xfrm>
          <a:prstGeom prst="roundRect">
            <a:avLst>
              <a:gd name="adj" fmla="val 1887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2" name="Text 10"/>
          <p:cNvSpPr/>
          <p:nvPr/>
        </p:nvSpPr>
        <p:spPr>
          <a:xfrm>
            <a:off x="6400800" y="1938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6500"/>
                </a:solidFill>
              </a:rPr>
              <a:t>Hipótesis 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espera por lock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006840" y="1828800"/>
            <a:ext cx="2423160" cy="24688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5" name="Text 13"/>
          <p:cNvSpPr/>
          <p:nvPr/>
        </p:nvSpPr>
        <p:spPr>
          <a:xfrm>
            <a:off x="9144000" y="1938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Evidencia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4400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plan / sesiones / locks / wait event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" y="5352467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7A3"/>
                </a:solidFill>
              </a:rPr>
              <a:t>Misma percepción del usuario; causas y soluciones completamente distintas.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Deadlock: dos sesiones esperando entre sí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El motor detecta el ciclo y aborta una transacción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25196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Sesión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176272"/>
            <a:ext cx="39776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1. bloquea cuenta 1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2. intenta modificar cuenta 2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3. espera a 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086600" y="1737360"/>
            <a:ext cx="4251960" cy="3246120"/>
          </a:xfrm>
          <a:prstGeom prst="roundRect">
            <a:avLst>
              <a:gd name="adj" fmla="val 1408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7223760" y="18470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Sesión 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0" y="2176272"/>
            <a:ext cx="39776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1. bloquea cuenta 2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2. intenta modificar cuenta 1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D2A35"/>
                </a:solidFill>
              </a:rPr>
              <a:t>3. espera a 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578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5353"/>
                </a:solidFill>
              </a:rPr>
              <a:t>A espera B 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780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5353"/>
                </a:solidFill>
              </a:rPr>
              <a:t>← B espera 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54985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Una espera puede resolverse con COMMIT/ROLLBACK; </a:t>
            </a:r>
            <a:r>
              <a:rPr lang="en-US" b="1">
                <a:solidFill>
                  <a:srgbClr val="0B67A3"/>
                </a:solidFill>
              </a:rPr>
              <a:t>un deadlock </a:t>
            </a:r>
            <a:r>
              <a:rPr lang="en-US" b="1" dirty="0">
                <a:solidFill>
                  <a:srgbClr val="0B67A3"/>
                </a:solidFill>
              </a:rPr>
              <a:t>requiere detección y ruptura.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Prevenir y manejar deadlocks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No se eliminan solo “matando sesiones”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338328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6" name="Text 4"/>
          <p:cNvSpPr/>
          <p:nvPr/>
        </p:nvSpPr>
        <p:spPr>
          <a:xfrm>
            <a:off x="795528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Orden consistente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5528" y="2176272"/>
            <a:ext cx="3108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acceder a los recursos en el mismo orden reduce ciclos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25696" y="1737360"/>
            <a:ext cx="338328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9" name="Text 7"/>
          <p:cNvSpPr/>
          <p:nvPr/>
        </p:nvSpPr>
        <p:spPr>
          <a:xfrm>
            <a:off x="4562856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Transacciones cortas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62856" y="2176272"/>
            <a:ext cx="3108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menos tiempo reteniendo locks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93024" y="1737360"/>
            <a:ext cx="338328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2" name="Text 10"/>
          <p:cNvSpPr/>
          <p:nvPr/>
        </p:nvSpPr>
        <p:spPr>
          <a:xfrm>
            <a:off x="8330184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Acceso selectivo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30184" y="2176272"/>
            <a:ext cx="3108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índices y predicados adecuados reducen trabajo y filas afectadas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3703320"/>
            <a:ext cx="5303520" cy="1508760"/>
          </a:xfrm>
          <a:prstGeom prst="roundRect">
            <a:avLst>
              <a:gd name="adj" fmla="val 3030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5" name="Text 13"/>
          <p:cNvSpPr/>
          <p:nvPr/>
        </p:nvSpPr>
        <p:spPr>
          <a:xfrm>
            <a:off x="795528" y="3813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6500"/>
                </a:solidFill>
              </a:rPr>
              <a:t>Retry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5528" y="4142232"/>
            <a:ext cx="50292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la aplicación debe estar preparada para reintentar una transacción abortada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27648" y="3703320"/>
            <a:ext cx="530352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8" name="Text 16"/>
          <p:cNvSpPr/>
          <p:nvPr/>
        </p:nvSpPr>
        <p:spPr>
          <a:xfrm>
            <a:off x="6464808" y="3813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Diagnóstico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64808" y="4142232"/>
            <a:ext cx="50292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registrar la evidencia del motor antes de cambiar diseño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" y="56692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7A3"/>
                </a:solidFill>
              </a:rPr>
              <a:t>La estrategia correcta depende de la causa, el negocio y la frecuencia del conflicto.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Diseño de </a:t>
            </a:r>
            <a:r>
              <a:rPr lang="en-US" sz="2400" b="1" dirty="0" err="1">
                <a:solidFill>
                  <a:srgbClr val="123B5D"/>
                </a:solidFill>
              </a:rPr>
              <a:t>experimentos</a:t>
            </a:r>
            <a:r>
              <a:rPr lang="en-US" sz="2400" b="1" dirty="0">
                <a:solidFill>
                  <a:srgbClr val="123B5D"/>
                </a:solidFill>
              </a:rPr>
              <a:t> .. Manos a la </a:t>
            </a:r>
            <a:r>
              <a:rPr lang="en-US" sz="2400" b="1" dirty="0" err="1">
                <a:solidFill>
                  <a:srgbClr val="123B5D"/>
                </a:solidFill>
              </a:rPr>
              <a:t>obra</a:t>
            </a:r>
            <a:r>
              <a:rPr lang="en-US" sz="2400" b="1" dirty="0">
                <a:solidFill>
                  <a:srgbClr val="123B5D"/>
                </a:solidFill>
              </a:rPr>
              <a:t>!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Cada desafío debe producir una evidencia verificable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423160" cy="2560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Baseline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21488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motor, datos, aislamiento y conexiones conocidos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423160" cy="2560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3657600" y="1938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Intervención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267712"/>
            <a:ext cx="21488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BEGIN / UPDATE / COMMIT / cambio de aislamiento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2423160" cy="2560320"/>
          </a:xfrm>
          <a:prstGeom prst="roundRect">
            <a:avLst>
              <a:gd name="adj" fmla="val 1887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2" name="Text 10"/>
          <p:cNvSpPr/>
          <p:nvPr/>
        </p:nvSpPr>
        <p:spPr>
          <a:xfrm>
            <a:off x="6400800" y="1938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Observación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267712"/>
            <a:ext cx="21488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sesiones, waits, locks, valor leído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06840" y="1828800"/>
            <a:ext cx="2423160" cy="2560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5" name="Text 13"/>
          <p:cNvSpPr/>
          <p:nvPr/>
        </p:nvSpPr>
        <p:spPr>
          <a:xfrm>
            <a:off x="9144000" y="1938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Veredicto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0" y="2267712"/>
            <a:ext cx="21488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explicar causa y relación con el mecanismo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55961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7A3"/>
                </a:solidFill>
              </a:rPr>
              <a:t>Evidencia antes que afirmación: capturas, consultas de diagnóstico y bitácora técnica.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Actividad 1 · Guardia DBA multimotor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Una única consigna; cada grupo trabaja con su motor asignado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Infraestructura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29718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Una VM del grupo actúa como servidor. Puede ser VirtualBox o Multipass. El grupo documenta IP, puerto, listener y autenticación.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448056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Participación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176272"/>
            <a:ext cx="29718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Todos los integrantes instalan Workbench o pgAdmin en su propia computadora y demuestran conexión al mismo servidor.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55280" y="17373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2" name="Text 10"/>
          <p:cNvSpPr/>
          <p:nvPr/>
        </p:nvSpPr>
        <p:spPr>
          <a:xfrm>
            <a:off x="809244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500"/>
                </a:solidFill>
              </a:rPr>
              <a:t>Guardia DBA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2440" y="2176272"/>
            <a:ext cx="29718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Exploran objetos, ingeniería inversa, sesiones, estado, consumo, espacio, mantenimiento y un plan de ejecución.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55961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Entrega grupal, pero la conectividad de cada integrante debe ser verificable.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Actividad 1 · Checklist de investigación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No es un recorrido de menús: cada punto debe producir una interpretación DBA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48716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22128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Conectividad de todos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48716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9" name="Text 7"/>
          <p:cNvSpPr/>
          <p:nvPr/>
        </p:nvSpPr>
        <p:spPr>
          <a:xfrm>
            <a:off x="3566160" y="175564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66160" y="2084832"/>
            <a:ext cx="22128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Mapa de objetos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48716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2" name="Text 10"/>
          <p:cNvSpPr/>
          <p:nvPr/>
        </p:nvSpPr>
        <p:spPr>
          <a:xfrm>
            <a:off x="6355080" y="175564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3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5080" y="2084832"/>
            <a:ext cx="22128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Ingeniería inversa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06840" y="1645920"/>
            <a:ext cx="248716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5" name="Text 13"/>
          <p:cNvSpPr/>
          <p:nvPr/>
        </p:nvSpPr>
        <p:spPr>
          <a:xfrm>
            <a:off x="9144000" y="175564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4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44000" y="2084832"/>
            <a:ext cx="22128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Tabla: PK/FK/índices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248716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8" name="Text 16"/>
          <p:cNvSpPr/>
          <p:nvPr/>
        </p:nvSpPr>
        <p:spPr>
          <a:xfrm>
            <a:off x="777240" y="308152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5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7240" y="3410712"/>
            <a:ext cx="22128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Plan de ejecución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29000" y="2971800"/>
            <a:ext cx="248716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21" name="Text 19"/>
          <p:cNvSpPr/>
          <p:nvPr/>
        </p:nvSpPr>
        <p:spPr>
          <a:xfrm>
            <a:off x="3566160" y="308152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6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66160" y="3410712"/>
            <a:ext cx="22128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Sesiones activas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971800"/>
            <a:ext cx="2487168" cy="1005840"/>
          </a:xfrm>
          <a:prstGeom prst="roundRect">
            <a:avLst>
              <a:gd name="adj" fmla="val 4545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24" name="Text 22"/>
          <p:cNvSpPr/>
          <p:nvPr/>
        </p:nvSpPr>
        <p:spPr>
          <a:xfrm>
            <a:off x="6355080" y="308152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7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5080" y="3410712"/>
            <a:ext cx="22128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3 indicadores de rendimiento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06840" y="2971800"/>
            <a:ext cx="248716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27" name="Text 25"/>
          <p:cNvSpPr/>
          <p:nvPr/>
        </p:nvSpPr>
        <p:spPr>
          <a:xfrm>
            <a:off x="9144000" y="308152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8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144000" y="3410712"/>
            <a:ext cx="22128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Espacio de tablas/índices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4297680"/>
            <a:ext cx="248716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30" name="Text 28"/>
          <p:cNvSpPr/>
          <p:nvPr/>
        </p:nvSpPr>
        <p:spPr>
          <a:xfrm>
            <a:off x="777240" y="440740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9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77240" y="4736592"/>
            <a:ext cx="22128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Usuarios/roles visibles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29000" y="4297680"/>
            <a:ext cx="248716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33" name="Text 31"/>
          <p:cNvSpPr/>
          <p:nvPr/>
        </p:nvSpPr>
        <p:spPr>
          <a:xfrm>
            <a:off x="3566160" y="440740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10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66160" y="4736592"/>
            <a:ext cx="22128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2 tareas de mantenimiento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4297680"/>
            <a:ext cx="248716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36" name="Text 34"/>
          <p:cNvSpPr/>
          <p:nvPr/>
        </p:nvSpPr>
        <p:spPr>
          <a:xfrm>
            <a:off x="6355080" y="440740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11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55080" y="4736592"/>
            <a:ext cx="22128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Logs/mensajes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06840" y="4297680"/>
            <a:ext cx="248716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39" name="Text 37"/>
          <p:cNvSpPr/>
          <p:nvPr/>
        </p:nvSpPr>
        <p:spPr>
          <a:xfrm>
            <a:off x="9144000" y="440740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12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144000" y="4736592"/>
            <a:ext cx="22128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5"/>
                </a:solidFill>
              </a:rPr>
              <a:t>Límite de la GUI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5800" y="61081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Formato de respuesta: ¿dónde está? → ¿qué muestra? → ¿para qué le sirve al DBA? → evidencia.</a:t>
            </a:r>
            <a:endParaRPr lang="en-US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Actividad 2 · Dos usuarios, un mismo dato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Tres experimentos guiados sobre el mismo servidor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Experimento 1 · Lock wait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29718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A modifica una fila y mantiene abierta la transacción. B intenta modificar la misma fila. Diagnosticar bloqueante y bloqueada antes de liberar.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448056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Experimento 2 · Aislamiento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176272"/>
            <a:ext cx="29718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A lee. B modifica y confirma. A vuelve a leer. Relacionar el resultado con el aislamiento real del motor.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55280" y="17373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2" name="Text 10"/>
          <p:cNvSpPr/>
          <p:nvPr/>
        </p:nvSpPr>
        <p:spPr>
          <a:xfrm>
            <a:off x="809244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500"/>
                </a:solidFill>
              </a:rPr>
              <a:t>Experimento 3 · Deadlock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2440" y="2176272"/>
            <a:ext cx="29718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A bloquea recurso 1; B bloquea recurso 2; ambos piden el del otro. Identificar víctima, ciclo y medida preventiva.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61081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67A3"/>
                </a:solidFill>
              </a:rPr>
              <a:t>El resultado esperado es explicar comportamiento, no solo ejecutar comandos.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Actividad 2 · Scripts guiados para estudiantes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El archivo ayuda a reproducir el fenómeno, pero no entrega el diagnóstico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1 · Dos conexiones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29718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Abrir Sesión A y Sesión B contra el mismo servidor. No ejecutar el script completo.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448056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2 · Detenerse en cada paso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176272"/>
            <a:ext cx="29718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Ejecutar solo el bloque indicado. Cuando una sesión queda esperando, conservarla así mientras se toma evidencia.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55280" y="17373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12" name="Text 10"/>
          <p:cNvSpPr/>
          <p:nvPr/>
        </p:nvSpPr>
        <p:spPr>
          <a:xfrm>
            <a:off x="8092440" y="1847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500"/>
                </a:solidFill>
              </a:rPr>
              <a:t>3 · Cerrar correctamente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2440" y="2176272"/>
            <a:ext cx="29718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Finalizar cada experimento con COMMIT o ROLLBACK y registrar el estado final antes de continuar.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61081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67A3"/>
                </a:solidFill>
              </a:rPr>
              <a:t>Archivos separados para MySQL y PostgreSQL; misma intención experimental.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Actividad 2 · Diagnóstico por motor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Misma pregunta; herramientas distintas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93776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176272"/>
            <a:ext cx="4663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SHOW transaction_isolation;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pg_stat_activity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pg_locks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pg_blocking_pids(pid)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Evidencia: PID, state, wait_event_type, wait_event, consulta.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4937760" cy="3291840"/>
          </a:xfrm>
          <a:prstGeom prst="roundRect">
            <a:avLst>
              <a:gd name="adj" fmla="val 1389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6400800" y="18470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MySQL / InnoDB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76272"/>
            <a:ext cx="4663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SELECT @@transaction_isolation;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SHOW PROCESSLIST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performance_schema.data_lock_waits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performance_schema.data_locks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SHOW ENGINE INNODB STATUS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61081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67A3"/>
                </a:solidFill>
              </a:rPr>
              <a:t>El lenguaje de diagnóstico cambia; las preguntas conceptuales permanecen.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Criterios de evaluación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Escala formativa: Logrado · Parcial · No logrado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5613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6" name="Text 4"/>
          <p:cNvSpPr/>
          <p:nvPr/>
        </p:nvSpPr>
        <p:spPr>
          <a:xfrm>
            <a:off x="914400" y="1682496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Conectividad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10287000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A35"/>
                </a:solidFill>
              </a:rPr>
              <a:t>todos acceden al servidor y explican la ruta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10561320" cy="566928"/>
          </a:xfrm>
          <a:prstGeom prst="roundRect">
            <a:avLst>
              <a:gd name="adj" fmla="val 8065"/>
            </a:avLst>
          </a:prstGeom>
          <a:solidFill>
            <a:srgbClr val="F8FBFD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Observabilidad DBA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724912"/>
            <a:ext cx="10287000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A35"/>
                </a:solidFill>
              </a:rPr>
              <a:t>interpretan objetos, sesiones, métricas y plan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999232"/>
            <a:ext cx="105613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Concurrencia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438144"/>
            <a:ext cx="10287000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A35"/>
                </a:solidFill>
              </a:rPr>
              <a:t>explican espera y relación bloqueante/bloqueada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712464"/>
            <a:ext cx="10561320" cy="566928"/>
          </a:xfrm>
          <a:prstGeom prst="roundRect">
            <a:avLst>
              <a:gd name="adj" fmla="val 8065"/>
            </a:avLst>
          </a:prstGeom>
          <a:solidFill>
            <a:srgbClr val="F8FBFD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15" name="Text 13"/>
          <p:cNvSpPr/>
          <p:nvPr/>
        </p:nvSpPr>
        <p:spPr>
          <a:xfrm>
            <a:off x="914400" y="3822192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Aislamiento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151376"/>
            <a:ext cx="10287000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A35"/>
                </a:solidFill>
              </a:rPr>
              <a:t>relacionan la segunda lectura con el nivel real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425696"/>
            <a:ext cx="105613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18" name="Text 16"/>
          <p:cNvSpPr/>
          <p:nvPr/>
        </p:nvSpPr>
        <p:spPr>
          <a:xfrm>
            <a:off x="914400" y="4535424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Deadlock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864608"/>
            <a:ext cx="10287000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A35"/>
                </a:solidFill>
              </a:rPr>
              <a:t>identifican ciclo, víctima y prevención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5138928"/>
            <a:ext cx="10561320" cy="566928"/>
          </a:xfrm>
          <a:prstGeom prst="roundRect">
            <a:avLst>
              <a:gd name="adj" fmla="val 8065"/>
            </a:avLst>
          </a:prstGeom>
          <a:solidFill>
            <a:srgbClr val="F8FBFD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2800"/>
          </a:p>
        </p:txBody>
      </p:sp>
      <p:sp>
        <p:nvSpPr>
          <p:cNvPr id="21" name="Text 19"/>
          <p:cNvSpPr/>
          <p:nvPr/>
        </p:nvSpPr>
        <p:spPr>
          <a:xfrm>
            <a:off x="914400" y="5248656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5D"/>
                </a:solidFill>
              </a:rPr>
              <a:t>Comprensión grupal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577840"/>
            <a:ext cx="10287000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A35"/>
                </a:solidFill>
              </a:rPr>
              <a:t>distintos integrantes pueden defender hallazgos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61081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7A3"/>
                </a:solidFill>
              </a:rPr>
              <a:t>La evidencia grupal debe permitir reproducir el diagnóstico.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Entrega de la unidad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Productos esperados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4983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6" name="Text 4"/>
          <p:cNvSpPr/>
          <p:nvPr/>
        </p:nvSpPr>
        <p:spPr>
          <a:xfrm>
            <a:off x="914400" y="184708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Actividad 1 · Informe Guardia DBA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76272"/>
            <a:ext cx="470916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Diagrama de arquitectura real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matriz de conectividad por integrante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checklist DBA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ingeniería inversa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3 indicadores + interpretación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plan de ejecución + lectura breve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4983480" cy="3291840"/>
          </a:xfrm>
          <a:prstGeom prst="roundRect">
            <a:avLst>
              <a:gd name="adj" fmla="val 1389"/>
            </a:avLst>
          </a:prstGeom>
          <a:solidFill>
            <a:srgbClr val="E9F7F9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200"/>
          </a:p>
        </p:txBody>
      </p:sp>
      <p:sp>
        <p:nvSpPr>
          <p:cNvPr id="9" name="Text 7"/>
          <p:cNvSpPr/>
          <p:nvPr/>
        </p:nvSpPr>
        <p:spPr>
          <a:xfrm>
            <a:off x="6400800" y="184708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</a:rPr>
              <a:t>Actividad 2 · Bitácora de experimentos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76272"/>
            <a:ext cx="470916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Experimento 1: espera + diagnóstico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Experimento 2: aislamiento + dos lecturas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Experimento 3: deadlock + víctima/ciclo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comandos, capturas y conclusión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61081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67A3"/>
                </a:solidFill>
              </a:rPr>
              <a:t>Una única entrega por grupo; no gana quien “termina primero”, sino quien explica con evidencia.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132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Cierre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30936" y="1133856"/>
            <a:ext cx="384048" cy="0"/>
          </a:xfrm>
          <a:prstGeom prst="line">
            <a:avLst/>
          </a:prstGeom>
          <a:noFill/>
          <a:ln w="38100">
            <a:solidFill>
              <a:srgbClr val="12A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630936" y="1261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381"/>
                </a:solidFill>
              </a:rPr>
              <a:t>Lo que un DBA/ingeniero debe poder distinguir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1965960" cy="25603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6" name="Text 4"/>
          <p:cNvSpPr/>
          <p:nvPr/>
        </p:nvSpPr>
        <p:spPr>
          <a:xfrm>
            <a:off x="795528" y="19385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Conectar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5528" y="2267712"/>
            <a:ext cx="16916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¿la ruta cliente-red-motor funciona?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26080" y="1828800"/>
            <a:ext cx="1965960" cy="25603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9" name="Text 7"/>
          <p:cNvSpPr/>
          <p:nvPr/>
        </p:nvSpPr>
        <p:spPr>
          <a:xfrm>
            <a:off x="3063240" y="19385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Observar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63240" y="2267712"/>
            <a:ext cx="16916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¿qué hace y consume el servidor?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93792" y="1828800"/>
            <a:ext cx="1965960" cy="25603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2" name="Text 10"/>
          <p:cNvSpPr/>
          <p:nvPr/>
        </p:nvSpPr>
        <p:spPr>
          <a:xfrm>
            <a:off x="5330952" y="19385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Interpretar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0952" y="2267712"/>
            <a:ext cx="16916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¿qué ve cada transacción?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61504" y="1828800"/>
            <a:ext cx="1965960" cy="25603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 sz="3600"/>
          </a:p>
        </p:txBody>
      </p:sp>
      <p:sp>
        <p:nvSpPr>
          <p:cNvPr id="15" name="Text 13"/>
          <p:cNvSpPr/>
          <p:nvPr/>
        </p:nvSpPr>
        <p:spPr>
          <a:xfrm>
            <a:off x="7598664" y="19385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B5D"/>
                </a:solidFill>
              </a:rPr>
              <a:t>Diagnosticar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98664" y="2267712"/>
            <a:ext cx="16916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¿es lentitud, espera o deadlock?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729216" y="1828800"/>
            <a:ext cx="1965960" cy="2560320"/>
          </a:xfrm>
          <a:prstGeom prst="roundRect">
            <a:avLst>
              <a:gd name="adj" fmla="val 2326"/>
            </a:avLst>
          </a:prstGeom>
          <a:solidFill>
            <a:srgbClr val="FFF4DE"/>
          </a:solidFill>
          <a:ln w="12700">
            <a:solidFill>
              <a:srgbClr val="D7E0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9866376" y="19385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6500"/>
                </a:solidFill>
              </a:rPr>
              <a:t>Decidir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866376" y="2267712"/>
            <a:ext cx="16916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D2A35"/>
                </a:solidFill>
              </a:rPr>
              <a:t>¿esperar, cancelar, reintentar o rediseñar?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" y="61081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67A3"/>
                </a:solidFill>
              </a:rPr>
              <a:t>Pregunta final: ¿qué evidencia necesitarías antes de intervenir una sesión bloqueada en producción?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164592"/>
            <a:ext cx="4389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3297</Words>
  <Application>Microsoft Office PowerPoint</Application>
  <PresentationFormat>Panorámica</PresentationFormat>
  <Paragraphs>586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0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UTN FRRe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5 - Conectividad, transacciones y concurrencia</dc:title>
  <dc:subject>SGBD 2026 - Unidad 5</dc:subject>
  <dc:creator>OpenAI</dc:creator>
  <cp:lastModifiedBy>Andrés Pablo FANTIN</cp:lastModifiedBy>
  <cp:revision>2</cp:revision>
  <dcterms:created xsi:type="dcterms:W3CDTF">2026-08-31T21:32:45Z</dcterms:created>
  <dcterms:modified xsi:type="dcterms:W3CDTF">2026-09-08T13:28:06Z</dcterms:modified>
</cp:coreProperties>
</file>